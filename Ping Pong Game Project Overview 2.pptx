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FC7"/>
    <a:srgbClr val="FFC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B0835-887C-3CDB-90C0-E9D64DBBD2CA}" v="11" dt="2025-04-22T19:50:05.357"/>
    <p1510:client id="{8E5C32F7-72B5-1BC8-7051-CC7CE7121CF9}" v="17" dt="2025-04-22T20:02:06.074"/>
    <p1510:client id="{957565D8-9D51-B872-7C70-3CF24C035E6A}" v="234" dt="2025-04-23T08:11:45.127"/>
    <p1510:client id="{97CCE835-9128-5DC8-3ADE-D739B53CE8B7}" v="121" dt="2025-04-22T19:31:56.104"/>
    <p1510:client id="{98DE1562-4869-CB04-DD72-FD9AE1A83E9D}" v="129" dt="2025-04-22T21:07:11.730"/>
    <p1510:client id="{D6C869F5-E08A-93C3-EB6D-B9FF240CC610}" v="37" dt="2025-04-23T08:31:01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-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>
      <a:schemeClr val="accent2"/>
      <a:schemeClr val="accent3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5E3D5B-7771-4B36-B353-844C1D58E2B9}" type="doc">
      <dgm:prSet loTypeId="urn:microsoft.com/office/officeart/2005/8/layout/cycle3" loCatId="cycle" qsTypeId="urn:microsoft.com/office/officeart/2005/8/quickstyle/3d2" qsCatId="3D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0EEEFB13-FCE6-4DB6-BC7F-F351B344B749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634DDBC9-71E5-4154-8ED6-2F36C53E0E0D}" type="parTrans" cxnId="{C44B9B2B-EA24-4C42-A4DD-FA84673A8D99}">
      <dgm:prSet/>
      <dgm:spPr/>
      <dgm:t>
        <a:bodyPr/>
        <a:lstStyle/>
        <a:p>
          <a:endParaRPr lang="en-US"/>
        </a:p>
      </dgm:t>
    </dgm:pt>
    <dgm:pt modelId="{32A5DF02-47BE-41E7-B01B-942C7B3642DA}" type="sibTrans" cxnId="{C44B9B2B-EA24-4C42-A4DD-FA84673A8D99}">
      <dgm:prSet/>
      <dgm:spPr/>
      <dgm:t>
        <a:bodyPr/>
        <a:lstStyle/>
        <a:p>
          <a:endParaRPr lang="en-US"/>
        </a:p>
      </dgm:t>
    </dgm:pt>
    <dgm:pt modelId="{71F10B22-38C2-4089-A52A-BA81328AE8EA}">
      <dgm:prSet/>
      <dgm:spPr/>
      <dgm:t>
        <a:bodyPr/>
        <a:lstStyle/>
        <a:p>
          <a:r>
            <a:rPr lang="en-US"/>
            <a:t>Project Goals</a:t>
          </a:r>
        </a:p>
      </dgm:t>
    </dgm:pt>
    <dgm:pt modelId="{0E0BCFCD-14C3-4665-9A02-36D8B19E4776}" type="parTrans" cxnId="{ED8C6D92-9EEF-46EA-BAD8-718D3D7ECF4E}">
      <dgm:prSet/>
      <dgm:spPr/>
      <dgm:t>
        <a:bodyPr/>
        <a:lstStyle/>
        <a:p>
          <a:endParaRPr lang="en-US"/>
        </a:p>
      </dgm:t>
    </dgm:pt>
    <dgm:pt modelId="{E6DCC54A-BF85-4265-8A5C-9554F17BAF08}" type="sibTrans" cxnId="{ED8C6D92-9EEF-46EA-BAD8-718D3D7ECF4E}">
      <dgm:prSet/>
      <dgm:spPr/>
      <dgm:t>
        <a:bodyPr/>
        <a:lstStyle/>
        <a:p>
          <a:endParaRPr lang="en-US"/>
        </a:p>
      </dgm:t>
    </dgm:pt>
    <dgm:pt modelId="{1A618EBB-9A72-487F-AE9E-DAFEA323C800}">
      <dgm:prSet/>
      <dgm:spPr/>
      <dgm:t>
        <a:bodyPr/>
        <a:lstStyle/>
        <a:p>
          <a:r>
            <a:rPr lang="en-US"/>
            <a:t>Tools Used</a:t>
          </a:r>
        </a:p>
      </dgm:t>
    </dgm:pt>
    <dgm:pt modelId="{7EE60664-1754-4EBA-AAEE-20AF11551D19}" type="parTrans" cxnId="{3C5BFD6A-4AD8-4A6B-A49E-78E6AEA75940}">
      <dgm:prSet/>
      <dgm:spPr/>
      <dgm:t>
        <a:bodyPr/>
        <a:lstStyle/>
        <a:p>
          <a:endParaRPr lang="en-US"/>
        </a:p>
      </dgm:t>
    </dgm:pt>
    <dgm:pt modelId="{5E8F9F3A-81BC-4DE6-991B-1BD8D3C692D1}" type="sibTrans" cxnId="{3C5BFD6A-4AD8-4A6B-A49E-78E6AEA75940}">
      <dgm:prSet/>
      <dgm:spPr/>
      <dgm:t>
        <a:bodyPr/>
        <a:lstStyle/>
        <a:p>
          <a:endParaRPr lang="en-US"/>
        </a:p>
      </dgm:t>
    </dgm:pt>
    <dgm:pt modelId="{82E0E388-ABB1-481A-A91F-C8791E02046C}">
      <dgm:prSet/>
      <dgm:spPr/>
      <dgm:t>
        <a:bodyPr/>
        <a:lstStyle/>
        <a:p>
          <a:r>
            <a:rPr lang="en-US"/>
            <a:t>Game Overview</a:t>
          </a:r>
        </a:p>
      </dgm:t>
    </dgm:pt>
    <dgm:pt modelId="{A3E02C63-5B9C-474C-861A-BC03F53545C3}" type="parTrans" cxnId="{7239F900-A5BD-41BA-AE2C-EF40EF884A0F}">
      <dgm:prSet/>
      <dgm:spPr/>
      <dgm:t>
        <a:bodyPr/>
        <a:lstStyle/>
        <a:p>
          <a:endParaRPr lang="en-US"/>
        </a:p>
      </dgm:t>
    </dgm:pt>
    <dgm:pt modelId="{5619BAC4-5650-482B-A7D3-1A475B957AEB}" type="sibTrans" cxnId="{7239F900-A5BD-41BA-AE2C-EF40EF884A0F}">
      <dgm:prSet/>
      <dgm:spPr/>
      <dgm:t>
        <a:bodyPr/>
        <a:lstStyle/>
        <a:p>
          <a:endParaRPr lang="en-US"/>
        </a:p>
      </dgm:t>
    </dgm:pt>
    <dgm:pt modelId="{113B4EB8-85F3-407E-AAD0-3194A74E55C2}">
      <dgm:prSet/>
      <dgm:spPr/>
      <dgm:t>
        <a:bodyPr/>
        <a:lstStyle/>
        <a:p>
          <a:r>
            <a:rPr lang="en-US"/>
            <a:t>Interface Design</a:t>
          </a:r>
        </a:p>
      </dgm:t>
    </dgm:pt>
    <dgm:pt modelId="{2F6D6EBA-BE9C-42B6-9D16-AC980C4EFBEA}" type="parTrans" cxnId="{33471C42-8425-4FC6-8CB5-7CF26C133FA9}">
      <dgm:prSet/>
      <dgm:spPr/>
      <dgm:t>
        <a:bodyPr/>
        <a:lstStyle/>
        <a:p>
          <a:endParaRPr lang="en-US"/>
        </a:p>
      </dgm:t>
    </dgm:pt>
    <dgm:pt modelId="{C7124C29-924E-4632-A32A-1F95400C1818}" type="sibTrans" cxnId="{33471C42-8425-4FC6-8CB5-7CF26C133FA9}">
      <dgm:prSet/>
      <dgm:spPr/>
      <dgm:t>
        <a:bodyPr/>
        <a:lstStyle/>
        <a:p>
          <a:endParaRPr lang="en-US"/>
        </a:p>
      </dgm:t>
    </dgm:pt>
    <dgm:pt modelId="{6695AB8F-6CB7-49BE-B5CE-94B90423AA14}">
      <dgm:prSet/>
      <dgm:spPr/>
      <dgm:t>
        <a:bodyPr/>
        <a:lstStyle/>
        <a:p>
          <a:r>
            <a:rPr lang="en-US"/>
            <a:t>Ball and Paddle Movement</a:t>
          </a:r>
        </a:p>
      </dgm:t>
    </dgm:pt>
    <dgm:pt modelId="{358F3DB7-4C40-463F-8045-F1487F5D1465}" type="parTrans" cxnId="{200BD8D9-4F6F-4032-AF7D-84D73A23A968}">
      <dgm:prSet/>
      <dgm:spPr/>
      <dgm:t>
        <a:bodyPr/>
        <a:lstStyle/>
        <a:p>
          <a:endParaRPr lang="en-US"/>
        </a:p>
      </dgm:t>
    </dgm:pt>
    <dgm:pt modelId="{698B5C1A-279E-4D54-8768-9AD390302BAA}" type="sibTrans" cxnId="{200BD8D9-4F6F-4032-AF7D-84D73A23A968}">
      <dgm:prSet/>
      <dgm:spPr/>
      <dgm:t>
        <a:bodyPr/>
        <a:lstStyle/>
        <a:p>
          <a:endParaRPr lang="en-US"/>
        </a:p>
      </dgm:t>
    </dgm:pt>
    <dgm:pt modelId="{13EC232E-06C4-4A8B-BEF2-F49D252C3E69}">
      <dgm:prSet/>
      <dgm:spPr/>
      <dgm:t>
        <a:bodyPr/>
        <a:lstStyle/>
        <a:p>
          <a:r>
            <a:rPr lang="en-US"/>
            <a:t>Scoring System</a:t>
          </a:r>
        </a:p>
      </dgm:t>
    </dgm:pt>
    <dgm:pt modelId="{246D07BC-A511-43D2-A183-91F1AFBED007}" type="parTrans" cxnId="{F2276B90-293A-4218-BA90-4D67CF139A6C}">
      <dgm:prSet/>
      <dgm:spPr/>
      <dgm:t>
        <a:bodyPr/>
        <a:lstStyle/>
        <a:p>
          <a:endParaRPr lang="en-US"/>
        </a:p>
      </dgm:t>
    </dgm:pt>
    <dgm:pt modelId="{781A3EB2-0800-4D52-8A1A-57F36ACBE795}" type="sibTrans" cxnId="{F2276B90-293A-4218-BA90-4D67CF139A6C}">
      <dgm:prSet/>
      <dgm:spPr/>
      <dgm:t>
        <a:bodyPr/>
        <a:lstStyle/>
        <a:p>
          <a:endParaRPr lang="en-US"/>
        </a:p>
      </dgm:t>
    </dgm:pt>
    <dgm:pt modelId="{CB42285C-9F7D-4E13-A5E2-E6E7F117B001}">
      <dgm:prSet/>
      <dgm:spPr/>
      <dgm:t>
        <a:bodyPr/>
        <a:lstStyle/>
        <a:p>
          <a:r>
            <a:rPr lang="en-US"/>
            <a:t>Code Overview</a:t>
          </a:r>
        </a:p>
      </dgm:t>
    </dgm:pt>
    <dgm:pt modelId="{11503BB5-7C20-4862-B8EB-D0284139F1BC}" type="parTrans" cxnId="{4BC9B4CC-26BA-4355-A17F-EE8ADDD450C7}">
      <dgm:prSet/>
      <dgm:spPr/>
      <dgm:t>
        <a:bodyPr/>
        <a:lstStyle/>
        <a:p>
          <a:endParaRPr lang="en-US"/>
        </a:p>
      </dgm:t>
    </dgm:pt>
    <dgm:pt modelId="{EC9D5514-C436-425E-93D0-5636ADFB39C4}" type="sibTrans" cxnId="{4BC9B4CC-26BA-4355-A17F-EE8ADDD450C7}">
      <dgm:prSet/>
      <dgm:spPr/>
      <dgm:t>
        <a:bodyPr/>
        <a:lstStyle/>
        <a:p>
          <a:endParaRPr lang="en-US"/>
        </a:p>
      </dgm:t>
    </dgm:pt>
    <dgm:pt modelId="{19AB75C1-4826-4F95-A564-61C0390DBC81}">
      <dgm:prSet/>
      <dgm:spPr/>
      <dgm:t>
        <a:bodyPr/>
        <a:lstStyle/>
        <a:p>
          <a:r>
            <a:rPr lang="en-US"/>
            <a:t>Challenges Faced</a:t>
          </a:r>
        </a:p>
      </dgm:t>
    </dgm:pt>
    <dgm:pt modelId="{76E47B92-5F6B-493A-B621-577D94CB72A5}" type="parTrans" cxnId="{75D42E53-67E0-4386-9738-E54937D70F9C}">
      <dgm:prSet/>
      <dgm:spPr/>
      <dgm:t>
        <a:bodyPr/>
        <a:lstStyle/>
        <a:p>
          <a:endParaRPr lang="en-US"/>
        </a:p>
      </dgm:t>
    </dgm:pt>
    <dgm:pt modelId="{58B9FD9B-24AF-44DD-B614-E0015D54D1E3}" type="sibTrans" cxnId="{75D42E53-67E0-4386-9738-E54937D70F9C}">
      <dgm:prSet/>
      <dgm:spPr/>
      <dgm:t>
        <a:bodyPr/>
        <a:lstStyle/>
        <a:p>
          <a:endParaRPr lang="en-US"/>
        </a:p>
      </dgm:t>
    </dgm:pt>
    <dgm:pt modelId="{EBA2C640-5DED-4265-BA43-732DCA3FFCA2}">
      <dgm:prSet/>
      <dgm:spPr/>
      <dgm:t>
        <a:bodyPr/>
        <a:lstStyle/>
        <a:p>
          <a:r>
            <a:rPr lang="en-US"/>
            <a:t>Future Improvements</a:t>
          </a:r>
        </a:p>
      </dgm:t>
    </dgm:pt>
    <dgm:pt modelId="{9F11B353-9280-408E-9D87-4824FB059469}" type="parTrans" cxnId="{238711D6-9BB6-43DB-BEE1-DB614DD4CAB2}">
      <dgm:prSet/>
      <dgm:spPr/>
      <dgm:t>
        <a:bodyPr/>
        <a:lstStyle/>
        <a:p>
          <a:endParaRPr lang="en-US"/>
        </a:p>
      </dgm:t>
    </dgm:pt>
    <dgm:pt modelId="{8DE68F79-5E92-42ED-B690-C1EE2B2E9127}" type="sibTrans" cxnId="{238711D6-9BB6-43DB-BEE1-DB614DD4CAB2}">
      <dgm:prSet/>
      <dgm:spPr/>
      <dgm:t>
        <a:bodyPr/>
        <a:lstStyle/>
        <a:p>
          <a:endParaRPr lang="en-US"/>
        </a:p>
      </dgm:t>
    </dgm:pt>
    <dgm:pt modelId="{02BA2DEC-2AF9-4E38-9F6C-DBDE88D12594}" type="pres">
      <dgm:prSet presAssocID="{CA5E3D5B-7771-4B36-B353-844C1D58E2B9}" presName="Name0" presStyleCnt="0">
        <dgm:presLayoutVars>
          <dgm:dir/>
          <dgm:resizeHandles val="exact"/>
        </dgm:presLayoutVars>
      </dgm:prSet>
      <dgm:spPr/>
    </dgm:pt>
    <dgm:pt modelId="{D2F7EC18-C375-42E6-BEC6-ACD63B1C7E90}" type="pres">
      <dgm:prSet presAssocID="{CA5E3D5B-7771-4B36-B353-844C1D58E2B9}" presName="cycle" presStyleCnt="0"/>
      <dgm:spPr/>
    </dgm:pt>
    <dgm:pt modelId="{9262080D-256B-4D2C-9E85-16F008FDF147}" type="pres">
      <dgm:prSet presAssocID="{0EEEFB13-FCE6-4DB6-BC7F-F351B344B749}" presName="nodeFirstNode" presStyleLbl="node1" presStyleIdx="0" presStyleCnt="10">
        <dgm:presLayoutVars>
          <dgm:bulletEnabled val="1"/>
        </dgm:presLayoutVars>
      </dgm:prSet>
      <dgm:spPr/>
    </dgm:pt>
    <dgm:pt modelId="{0C75E0BD-FF06-4B40-A9C5-C35A89D3116E}" type="pres">
      <dgm:prSet presAssocID="{32A5DF02-47BE-41E7-B01B-942C7B3642DA}" presName="sibTransFirstNode" presStyleLbl="bgShp" presStyleIdx="0" presStyleCnt="1"/>
      <dgm:spPr/>
    </dgm:pt>
    <dgm:pt modelId="{14CE3CEF-7DB4-4DBB-AF26-49269C35F116}" type="pres">
      <dgm:prSet presAssocID="{71F10B22-38C2-4089-A52A-BA81328AE8EA}" presName="nodeFollowingNodes" presStyleLbl="node1" presStyleIdx="1" presStyleCnt="10">
        <dgm:presLayoutVars>
          <dgm:bulletEnabled val="1"/>
        </dgm:presLayoutVars>
      </dgm:prSet>
      <dgm:spPr/>
    </dgm:pt>
    <dgm:pt modelId="{2AC6BCD6-97D7-4966-96C7-FAE68BDC9BEE}" type="pres">
      <dgm:prSet presAssocID="{1A618EBB-9A72-487F-AE9E-DAFEA323C800}" presName="nodeFollowingNodes" presStyleLbl="node1" presStyleIdx="2" presStyleCnt="10">
        <dgm:presLayoutVars>
          <dgm:bulletEnabled val="1"/>
        </dgm:presLayoutVars>
      </dgm:prSet>
      <dgm:spPr/>
    </dgm:pt>
    <dgm:pt modelId="{FEE94AF0-92A9-411E-827F-296F2D6CC735}" type="pres">
      <dgm:prSet presAssocID="{82E0E388-ABB1-481A-A91F-C8791E02046C}" presName="nodeFollowingNodes" presStyleLbl="node1" presStyleIdx="3" presStyleCnt="10">
        <dgm:presLayoutVars>
          <dgm:bulletEnabled val="1"/>
        </dgm:presLayoutVars>
      </dgm:prSet>
      <dgm:spPr/>
    </dgm:pt>
    <dgm:pt modelId="{4F302EB0-1827-4709-B18B-BA604E184A84}" type="pres">
      <dgm:prSet presAssocID="{113B4EB8-85F3-407E-AAD0-3194A74E55C2}" presName="nodeFollowingNodes" presStyleLbl="node1" presStyleIdx="4" presStyleCnt="10">
        <dgm:presLayoutVars>
          <dgm:bulletEnabled val="1"/>
        </dgm:presLayoutVars>
      </dgm:prSet>
      <dgm:spPr/>
    </dgm:pt>
    <dgm:pt modelId="{BC76F4BC-63C8-419C-84B3-D82EF777D9E2}" type="pres">
      <dgm:prSet presAssocID="{6695AB8F-6CB7-49BE-B5CE-94B90423AA14}" presName="nodeFollowingNodes" presStyleLbl="node1" presStyleIdx="5" presStyleCnt="10">
        <dgm:presLayoutVars>
          <dgm:bulletEnabled val="1"/>
        </dgm:presLayoutVars>
      </dgm:prSet>
      <dgm:spPr/>
    </dgm:pt>
    <dgm:pt modelId="{F23FA2FC-244F-436F-8A2D-6BF821DA1A28}" type="pres">
      <dgm:prSet presAssocID="{13EC232E-06C4-4A8B-BEF2-F49D252C3E69}" presName="nodeFollowingNodes" presStyleLbl="node1" presStyleIdx="6" presStyleCnt="10">
        <dgm:presLayoutVars>
          <dgm:bulletEnabled val="1"/>
        </dgm:presLayoutVars>
      </dgm:prSet>
      <dgm:spPr/>
    </dgm:pt>
    <dgm:pt modelId="{BE34C1CE-CDB3-4932-A473-DF7F2F738A8B}" type="pres">
      <dgm:prSet presAssocID="{CB42285C-9F7D-4E13-A5E2-E6E7F117B001}" presName="nodeFollowingNodes" presStyleLbl="node1" presStyleIdx="7" presStyleCnt="10">
        <dgm:presLayoutVars>
          <dgm:bulletEnabled val="1"/>
        </dgm:presLayoutVars>
      </dgm:prSet>
      <dgm:spPr/>
    </dgm:pt>
    <dgm:pt modelId="{2D7D2E99-1FA0-4FFF-B165-04E7852B7FF6}" type="pres">
      <dgm:prSet presAssocID="{19AB75C1-4826-4F95-A564-61C0390DBC81}" presName="nodeFollowingNodes" presStyleLbl="node1" presStyleIdx="8" presStyleCnt="10">
        <dgm:presLayoutVars>
          <dgm:bulletEnabled val="1"/>
        </dgm:presLayoutVars>
      </dgm:prSet>
      <dgm:spPr/>
    </dgm:pt>
    <dgm:pt modelId="{9C603568-0E52-48FE-9B1E-B9EACF1F87D6}" type="pres">
      <dgm:prSet presAssocID="{EBA2C640-5DED-4265-BA43-732DCA3FFCA2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7239F900-A5BD-41BA-AE2C-EF40EF884A0F}" srcId="{CA5E3D5B-7771-4B36-B353-844C1D58E2B9}" destId="{82E0E388-ABB1-481A-A91F-C8791E02046C}" srcOrd="3" destOrd="0" parTransId="{A3E02C63-5B9C-474C-861A-BC03F53545C3}" sibTransId="{5619BAC4-5650-482B-A7D3-1A475B957AEB}"/>
    <dgm:cxn modelId="{45FE3E15-CEA6-4AB2-8A2E-9A279CF7AA30}" type="presOf" srcId="{82E0E388-ABB1-481A-A91F-C8791E02046C}" destId="{FEE94AF0-92A9-411E-827F-296F2D6CC735}" srcOrd="0" destOrd="0" presId="urn:microsoft.com/office/officeart/2005/8/layout/cycle3"/>
    <dgm:cxn modelId="{C44B9B2B-EA24-4C42-A4DD-FA84673A8D99}" srcId="{CA5E3D5B-7771-4B36-B353-844C1D58E2B9}" destId="{0EEEFB13-FCE6-4DB6-BC7F-F351B344B749}" srcOrd="0" destOrd="0" parTransId="{634DDBC9-71E5-4154-8ED6-2F36C53E0E0D}" sibTransId="{32A5DF02-47BE-41E7-B01B-942C7B3642DA}"/>
    <dgm:cxn modelId="{EFB5AE39-D311-48DE-B1BA-A93E6279C916}" type="presOf" srcId="{0EEEFB13-FCE6-4DB6-BC7F-F351B344B749}" destId="{9262080D-256B-4D2C-9E85-16F008FDF147}" srcOrd="0" destOrd="0" presId="urn:microsoft.com/office/officeart/2005/8/layout/cycle3"/>
    <dgm:cxn modelId="{9606A03A-E155-4341-9036-31F65DF97885}" type="presOf" srcId="{19AB75C1-4826-4F95-A564-61C0390DBC81}" destId="{2D7D2E99-1FA0-4FFF-B165-04E7852B7FF6}" srcOrd="0" destOrd="0" presId="urn:microsoft.com/office/officeart/2005/8/layout/cycle3"/>
    <dgm:cxn modelId="{33471C42-8425-4FC6-8CB5-7CF26C133FA9}" srcId="{CA5E3D5B-7771-4B36-B353-844C1D58E2B9}" destId="{113B4EB8-85F3-407E-AAD0-3194A74E55C2}" srcOrd="4" destOrd="0" parTransId="{2F6D6EBA-BE9C-42B6-9D16-AC980C4EFBEA}" sibTransId="{C7124C29-924E-4632-A32A-1F95400C1818}"/>
    <dgm:cxn modelId="{3C5BFD6A-4AD8-4A6B-A49E-78E6AEA75940}" srcId="{CA5E3D5B-7771-4B36-B353-844C1D58E2B9}" destId="{1A618EBB-9A72-487F-AE9E-DAFEA323C800}" srcOrd="2" destOrd="0" parTransId="{7EE60664-1754-4EBA-AAEE-20AF11551D19}" sibTransId="{5E8F9F3A-81BC-4DE6-991B-1BD8D3C692D1}"/>
    <dgm:cxn modelId="{A7446A50-3454-4FE5-B660-111A9D4491BD}" type="presOf" srcId="{32A5DF02-47BE-41E7-B01B-942C7B3642DA}" destId="{0C75E0BD-FF06-4B40-A9C5-C35A89D3116E}" srcOrd="0" destOrd="0" presId="urn:microsoft.com/office/officeart/2005/8/layout/cycle3"/>
    <dgm:cxn modelId="{75D42E53-67E0-4386-9738-E54937D70F9C}" srcId="{CA5E3D5B-7771-4B36-B353-844C1D58E2B9}" destId="{19AB75C1-4826-4F95-A564-61C0390DBC81}" srcOrd="8" destOrd="0" parTransId="{76E47B92-5F6B-493A-B621-577D94CB72A5}" sibTransId="{58B9FD9B-24AF-44DD-B614-E0015D54D1E3}"/>
    <dgm:cxn modelId="{ABB06653-2209-480F-82D1-846896C309A8}" type="presOf" srcId="{13EC232E-06C4-4A8B-BEF2-F49D252C3E69}" destId="{F23FA2FC-244F-436F-8A2D-6BF821DA1A28}" srcOrd="0" destOrd="0" presId="urn:microsoft.com/office/officeart/2005/8/layout/cycle3"/>
    <dgm:cxn modelId="{1676207C-4DA9-4C81-BCEE-443885C65CA7}" type="presOf" srcId="{71F10B22-38C2-4089-A52A-BA81328AE8EA}" destId="{14CE3CEF-7DB4-4DBB-AF26-49269C35F116}" srcOrd="0" destOrd="0" presId="urn:microsoft.com/office/officeart/2005/8/layout/cycle3"/>
    <dgm:cxn modelId="{178E1B88-0997-4EAF-A739-66931A365EE1}" type="presOf" srcId="{CB42285C-9F7D-4E13-A5E2-E6E7F117B001}" destId="{BE34C1CE-CDB3-4932-A473-DF7F2F738A8B}" srcOrd="0" destOrd="0" presId="urn:microsoft.com/office/officeart/2005/8/layout/cycle3"/>
    <dgm:cxn modelId="{94B8728B-A17D-4E19-9DFA-EF652D7A1C30}" type="presOf" srcId="{CA5E3D5B-7771-4B36-B353-844C1D58E2B9}" destId="{02BA2DEC-2AF9-4E38-9F6C-DBDE88D12594}" srcOrd="0" destOrd="0" presId="urn:microsoft.com/office/officeart/2005/8/layout/cycle3"/>
    <dgm:cxn modelId="{F2276B90-293A-4218-BA90-4D67CF139A6C}" srcId="{CA5E3D5B-7771-4B36-B353-844C1D58E2B9}" destId="{13EC232E-06C4-4A8B-BEF2-F49D252C3E69}" srcOrd="6" destOrd="0" parTransId="{246D07BC-A511-43D2-A183-91F1AFBED007}" sibTransId="{781A3EB2-0800-4D52-8A1A-57F36ACBE795}"/>
    <dgm:cxn modelId="{ED8C6D92-9EEF-46EA-BAD8-718D3D7ECF4E}" srcId="{CA5E3D5B-7771-4B36-B353-844C1D58E2B9}" destId="{71F10B22-38C2-4089-A52A-BA81328AE8EA}" srcOrd="1" destOrd="0" parTransId="{0E0BCFCD-14C3-4665-9A02-36D8B19E4776}" sibTransId="{E6DCC54A-BF85-4265-8A5C-9554F17BAF08}"/>
    <dgm:cxn modelId="{4BC9B4CC-26BA-4355-A17F-EE8ADDD450C7}" srcId="{CA5E3D5B-7771-4B36-B353-844C1D58E2B9}" destId="{CB42285C-9F7D-4E13-A5E2-E6E7F117B001}" srcOrd="7" destOrd="0" parTransId="{11503BB5-7C20-4862-B8EB-D0284139F1BC}" sibTransId="{EC9D5514-C436-425E-93D0-5636ADFB39C4}"/>
    <dgm:cxn modelId="{5C7C13CD-3A96-4F21-BB48-0E281CD80E10}" type="presOf" srcId="{113B4EB8-85F3-407E-AAD0-3194A74E55C2}" destId="{4F302EB0-1827-4709-B18B-BA604E184A84}" srcOrd="0" destOrd="0" presId="urn:microsoft.com/office/officeart/2005/8/layout/cycle3"/>
    <dgm:cxn modelId="{88535FD4-F49D-4BEC-B667-737EFA5538B9}" type="presOf" srcId="{EBA2C640-5DED-4265-BA43-732DCA3FFCA2}" destId="{9C603568-0E52-48FE-9B1E-B9EACF1F87D6}" srcOrd="0" destOrd="0" presId="urn:microsoft.com/office/officeart/2005/8/layout/cycle3"/>
    <dgm:cxn modelId="{238711D6-9BB6-43DB-BEE1-DB614DD4CAB2}" srcId="{CA5E3D5B-7771-4B36-B353-844C1D58E2B9}" destId="{EBA2C640-5DED-4265-BA43-732DCA3FFCA2}" srcOrd="9" destOrd="0" parTransId="{9F11B353-9280-408E-9D87-4824FB059469}" sibTransId="{8DE68F79-5E92-42ED-B690-C1EE2B2E9127}"/>
    <dgm:cxn modelId="{200BD8D9-4F6F-4032-AF7D-84D73A23A968}" srcId="{CA5E3D5B-7771-4B36-B353-844C1D58E2B9}" destId="{6695AB8F-6CB7-49BE-B5CE-94B90423AA14}" srcOrd="5" destOrd="0" parTransId="{358F3DB7-4C40-463F-8045-F1487F5D1465}" sibTransId="{698B5C1A-279E-4D54-8768-9AD390302BAA}"/>
    <dgm:cxn modelId="{0789E9D9-271C-4126-9A68-F069075FAA6B}" type="presOf" srcId="{1A618EBB-9A72-487F-AE9E-DAFEA323C800}" destId="{2AC6BCD6-97D7-4966-96C7-FAE68BDC9BEE}" srcOrd="0" destOrd="0" presId="urn:microsoft.com/office/officeart/2005/8/layout/cycle3"/>
    <dgm:cxn modelId="{C9A55CFF-A319-47A5-8D33-AC9465468FAB}" type="presOf" srcId="{6695AB8F-6CB7-49BE-B5CE-94B90423AA14}" destId="{BC76F4BC-63C8-419C-84B3-D82EF777D9E2}" srcOrd="0" destOrd="0" presId="urn:microsoft.com/office/officeart/2005/8/layout/cycle3"/>
    <dgm:cxn modelId="{E1076DBF-0AB6-4FEB-BAB6-31D69B4355AA}" type="presParOf" srcId="{02BA2DEC-2AF9-4E38-9F6C-DBDE88D12594}" destId="{D2F7EC18-C375-42E6-BEC6-ACD63B1C7E90}" srcOrd="0" destOrd="0" presId="urn:microsoft.com/office/officeart/2005/8/layout/cycle3"/>
    <dgm:cxn modelId="{D89BDC74-0724-4C56-9B4B-940B5438F398}" type="presParOf" srcId="{D2F7EC18-C375-42E6-BEC6-ACD63B1C7E90}" destId="{9262080D-256B-4D2C-9E85-16F008FDF147}" srcOrd="0" destOrd="0" presId="urn:microsoft.com/office/officeart/2005/8/layout/cycle3"/>
    <dgm:cxn modelId="{C723DBC0-2E4E-4D3F-B02F-1A8864285B0B}" type="presParOf" srcId="{D2F7EC18-C375-42E6-BEC6-ACD63B1C7E90}" destId="{0C75E0BD-FF06-4B40-A9C5-C35A89D3116E}" srcOrd="1" destOrd="0" presId="urn:microsoft.com/office/officeart/2005/8/layout/cycle3"/>
    <dgm:cxn modelId="{27BA073A-9103-40F7-92C5-2920E3107E6B}" type="presParOf" srcId="{D2F7EC18-C375-42E6-BEC6-ACD63B1C7E90}" destId="{14CE3CEF-7DB4-4DBB-AF26-49269C35F116}" srcOrd="2" destOrd="0" presId="urn:microsoft.com/office/officeart/2005/8/layout/cycle3"/>
    <dgm:cxn modelId="{7D041AD1-FD5A-4DA8-A7D2-67AED3F72FE4}" type="presParOf" srcId="{D2F7EC18-C375-42E6-BEC6-ACD63B1C7E90}" destId="{2AC6BCD6-97D7-4966-96C7-FAE68BDC9BEE}" srcOrd="3" destOrd="0" presId="urn:microsoft.com/office/officeart/2005/8/layout/cycle3"/>
    <dgm:cxn modelId="{1D252ADD-26D0-4410-96C5-162FACD55A62}" type="presParOf" srcId="{D2F7EC18-C375-42E6-BEC6-ACD63B1C7E90}" destId="{FEE94AF0-92A9-411E-827F-296F2D6CC735}" srcOrd="4" destOrd="0" presId="urn:microsoft.com/office/officeart/2005/8/layout/cycle3"/>
    <dgm:cxn modelId="{90CF2ED4-EB7A-48C0-8BD3-3790CBC6F09F}" type="presParOf" srcId="{D2F7EC18-C375-42E6-BEC6-ACD63B1C7E90}" destId="{4F302EB0-1827-4709-B18B-BA604E184A84}" srcOrd="5" destOrd="0" presId="urn:microsoft.com/office/officeart/2005/8/layout/cycle3"/>
    <dgm:cxn modelId="{D5693F52-2AA3-4DAF-9870-0083607BC3D6}" type="presParOf" srcId="{D2F7EC18-C375-42E6-BEC6-ACD63B1C7E90}" destId="{BC76F4BC-63C8-419C-84B3-D82EF777D9E2}" srcOrd="6" destOrd="0" presId="urn:microsoft.com/office/officeart/2005/8/layout/cycle3"/>
    <dgm:cxn modelId="{8F9E5850-8E68-4104-8D66-65822ECEF909}" type="presParOf" srcId="{D2F7EC18-C375-42E6-BEC6-ACD63B1C7E90}" destId="{F23FA2FC-244F-436F-8A2D-6BF821DA1A28}" srcOrd="7" destOrd="0" presId="urn:microsoft.com/office/officeart/2005/8/layout/cycle3"/>
    <dgm:cxn modelId="{4B243012-2519-40AD-BA4B-E2DC7DA90CC0}" type="presParOf" srcId="{D2F7EC18-C375-42E6-BEC6-ACD63B1C7E90}" destId="{BE34C1CE-CDB3-4932-A473-DF7F2F738A8B}" srcOrd="8" destOrd="0" presId="urn:microsoft.com/office/officeart/2005/8/layout/cycle3"/>
    <dgm:cxn modelId="{CA1BA335-E1B9-4CE2-9F21-C670D9A412D9}" type="presParOf" srcId="{D2F7EC18-C375-42E6-BEC6-ACD63B1C7E90}" destId="{2D7D2E99-1FA0-4FFF-B165-04E7852B7FF6}" srcOrd="9" destOrd="0" presId="urn:microsoft.com/office/officeart/2005/8/layout/cycle3"/>
    <dgm:cxn modelId="{745D8154-2A8E-4E95-8082-E6229CD93569}" type="presParOf" srcId="{D2F7EC18-C375-42E6-BEC6-ACD63B1C7E90}" destId="{9C603568-0E52-48FE-9B1E-B9EACF1F87D6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8C5F61-DE72-44F1-B293-E7CF44476455}" type="doc">
      <dgm:prSet loTypeId="urn:microsoft.com/office/officeart/2005/8/layout/chart3" loCatId="cycle" qsTypeId="urn:microsoft.com/office/officeart/2009/2/quickstyle/3d8" qsCatId="3D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E9AEB5C6-E2C7-4D27-90E0-7FAFAD8DD1AF}">
      <dgm:prSet/>
      <dgm:spPr/>
      <dgm:t>
        <a:bodyPr/>
        <a:lstStyle/>
        <a:p>
          <a:r>
            <a:rPr lang="en-US" b="1"/>
            <a:t>Game Concept Overview: </a:t>
          </a:r>
          <a:r>
            <a:rPr lang="en-US"/>
            <a:t>The Ping Pong game simulates a classic arcade experience, focusing on engaging gameplay and skill development.</a:t>
          </a:r>
        </a:p>
      </dgm:t>
    </dgm:pt>
    <dgm:pt modelId="{7F882441-EB1A-4797-9493-34BC1A943113}" type="parTrans" cxnId="{5C65B472-D946-4065-8DBB-18260955DBF4}">
      <dgm:prSet/>
      <dgm:spPr/>
      <dgm:t>
        <a:bodyPr/>
        <a:lstStyle/>
        <a:p>
          <a:endParaRPr lang="en-US"/>
        </a:p>
      </dgm:t>
    </dgm:pt>
    <dgm:pt modelId="{6F31C9A6-03A0-4C58-B99A-08D989014AD2}" type="sibTrans" cxnId="{5C65B472-D946-4065-8DBB-18260955DBF4}">
      <dgm:prSet/>
      <dgm:spPr/>
      <dgm:t>
        <a:bodyPr/>
        <a:lstStyle/>
        <a:p>
          <a:endParaRPr lang="en-US"/>
        </a:p>
      </dgm:t>
    </dgm:pt>
    <dgm:pt modelId="{53CABDA5-F9D8-40E6-8A7A-4A9B31BD48A7}">
      <dgm:prSet/>
      <dgm:spPr/>
      <dgm:t>
        <a:bodyPr/>
        <a:lstStyle/>
        <a:p>
          <a:r>
            <a:rPr lang="en-US" b="1"/>
            <a:t>Primary Objectives: </a:t>
          </a:r>
          <a:r>
            <a:rPr lang="en-US"/>
            <a:t>Developing programming skills and delivering entertainment simultaneously, enhancing learning through interactive participation.</a:t>
          </a:r>
        </a:p>
      </dgm:t>
    </dgm:pt>
    <dgm:pt modelId="{8350289A-35A2-4352-8349-CED6D9C1C2DB}" type="parTrans" cxnId="{FFCEC16F-4CE1-498F-AA23-1E3A03463F60}">
      <dgm:prSet/>
      <dgm:spPr/>
      <dgm:t>
        <a:bodyPr/>
        <a:lstStyle/>
        <a:p>
          <a:endParaRPr lang="en-US"/>
        </a:p>
      </dgm:t>
    </dgm:pt>
    <dgm:pt modelId="{B92AAB8C-FE19-4703-B367-40A2C9636041}" type="sibTrans" cxnId="{FFCEC16F-4CE1-498F-AA23-1E3A03463F60}">
      <dgm:prSet/>
      <dgm:spPr/>
      <dgm:t>
        <a:bodyPr/>
        <a:lstStyle/>
        <a:p>
          <a:endParaRPr lang="en-US"/>
        </a:p>
      </dgm:t>
    </dgm:pt>
    <dgm:pt modelId="{E71BB51F-3850-46A8-A2D0-42F8200E8648}">
      <dgm:prSet/>
      <dgm:spPr/>
      <dgm:t>
        <a:bodyPr/>
        <a:lstStyle/>
        <a:p>
          <a:r>
            <a:rPr lang="en-US" b="1"/>
            <a:t>Educational Aspects: </a:t>
          </a:r>
          <a:r>
            <a:rPr lang="en-US"/>
            <a:t>Players learn coding concepts while enjoying dynamic gameplay, fostering both cognitive and practical skills.</a:t>
          </a:r>
        </a:p>
      </dgm:t>
    </dgm:pt>
    <dgm:pt modelId="{28B859B9-A01C-4FC9-B007-4C6EA492C728}" type="parTrans" cxnId="{55442DE1-1C0A-4481-9883-B05BA17D4374}">
      <dgm:prSet/>
      <dgm:spPr/>
      <dgm:t>
        <a:bodyPr/>
        <a:lstStyle/>
        <a:p>
          <a:endParaRPr lang="en-US"/>
        </a:p>
      </dgm:t>
    </dgm:pt>
    <dgm:pt modelId="{4828CAEB-14B8-4D97-9A08-DD5073406DF4}" type="sibTrans" cxnId="{55442DE1-1C0A-4481-9883-B05BA17D4374}">
      <dgm:prSet/>
      <dgm:spPr/>
      <dgm:t>
        <a:bodyPr/>
        <a:lstStyle/>
        <a:p>
          <a:endParaRPr lang="en-US"/>
        </a:p>
      </dgm:t>
    </dgm:pt>
    <dgm:pt modelId="{C2DFBF25-C6FF-4DDF-93D7-2F7CB829B5C2}" type="pres">
      <dgm:prSet presAssocID="{A08C5F61-DE72-44F1-B293-E7CF44476455}" presName="compositeShape" presStyleCnt="0">
        <dgm:presLayoutVars>
          <dgm:chMax val="7"/>
          <dgm:dir/>
          <dgm:resizeHandles val="exact"/>
        </dgm:presLayoutVars>
      </dgm:prSet>
      <dgm:spPr/>
    </dgm:pt>
    <dgm:pt modelId="{7E828EA3-B2C8-42DD-87DA-A851F13D527F}" type="pres">
      <dgm:prSet presAssocID="{A08C5F61-DE72-44F1-B293-E7CF44476455}" presName="wedge1" presStyleLbl="node1" presStyleIdx="0" presStyleCnt="3"/>
      <dgm:spPr/>
    </dgm:pt>
    <dgm:pt modelId="{21D76D49-2B17-4160-AC63-C4B5B247E984}" type="pres">
      <dgm:prSet presAssocID="{A08C5F61-DE72-44F1-B293-E7CF44476455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F6239E4-B3D2-4889-BBC8-9429310C1EF7}" type="pres">
      <dgm:prSet presAssocID="{A08C5F61-DE72-44F1-B293-E7CF44476455}" presName="wedge2" presStyleLbl="node1" presStyleIdx="1" presStyleCnt="3"/>
      <dgm:spPr/>
    </dgm:pt>
    <dgm:pt modelId="{267FB862-42FD-40C2-A69C-6153918946E7}" type="pres">
      <dgm:prSet presAssocID="{A08C5F61-DE72-44F1-B293-E7CF44476455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1B9BD36-4328-47E4-957E-DB8A01837AD5}" type="pres">
      <dgm:prSet presAssocID="{A08C5F61-DE72-44F1-B293-E7CF44476455}" presName="wedge3" presStyleLbl="node1" presStyleIdx="2" presStyleCnt="3"/>
      <dgm:spPr/>
    </dgm:pt>
    <dgm:pt modelId="{53F81CB2-2B58-4285-84B0-25D1BE6F2F3F}" type="pres">
      <dgm:prSet presAssocID="{A08C5F61-DE72-44F1-B293-E7CF44476455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4BCB63B-33A2-4F2B-B4D5-41AAF7697754}" type="presOf" srcId="{A08C5F61-DE72-44F1-B293-E7CF44476455}" destId="{C2DFBF25-C6FF-4DDF-93D7-2F7CB829B5C2}" srcOrd="0" destOrd="0" presId="urn:microsoft.com/office/officeart/2005/8/layout/chart3"/>
    <dgm:cxn modelId="{FFCEC16F-4CE1-498F-AA23-1E3A03463F60}" srcId="{A08C5F61-DE72-44F1-B293-E7CF44476455}" destId="{53CABDA5-F9D8-40E6-8A7A-4A9B31BD48A7}" srcOrd="1" destOrd="0" parTransId="{8350289A-35A2-4352-8349-CED6D9C1C2DB}" sibTransId="{B92AAB8C-FE19-4703-B367-40A2C9636041}"/>
    <dgm:cxn modelId="{5C65B472-D946-4065-8DBB-18260955DBF4}" srcId="{A08C5F61-DE72-44F1-B293-E7CF44476455}" destId="{E9AEB5C6-E2C7-4D27-90E0-7FAFAD8DD1AF}" srcOrd="0" destOrd="0" parTransId="{7F882441-EB1A-4797-9493-34BC1A943113}" sibTransId="{6F31C9A6-03A0-4C58-B99A-08D989014AD2}"/>
    <dgm:cxn modelId="{7F61878A-04BE-4CC2-B903-0AAF9197C345}" type="presOf" srcId="{E9AEB5C6-E2C7-4D27-90E0-7FAFAD8DD1AF}" destId="{21D76D49-2B17-4160-AC63-C4B5B247E984}" srcOrd="1" destOrd="0" presId="urn:microsoft.com/office/officeart/2005/8/layout/chart3"/>
    <dgm:cxn modelId="{92DCAAB1-64A4-4F83-A710-79A0D2A90A1C}" type="presOf" srcId="{53CABDA5-F9D8-40E6-8A7A-4A9B31BD48A7}" destId="{267FB862-42FD-40C2-A69C-6153918946E7}" srcOrd="1" destOrd="0" presId="urn:microsoft.com/office/officeart/2005/8/layout/chart3"/>
    <dgm:cxn modelId="{667100CE-854C-4796-8456-019D86E1E85E}" type="presOf" srcId="{E71BB51F-3850-46A8-A2D0-42F8200E8648}" destId="{53F81CB2-2B58-4285-84B0-25D1BE6F2F3F}" srcOrd="1" destOrd="0" presId="urn:microsoft.com/office/officeart/2005/8/layout/chart3"/>
    <dgm:cxn modelId="{6CCC95CF-C38F-4C0C-B32A-A4BEA9BD2FB3}" type="presOf" srcId="{E71BB51F-3850-46A8-A2D0-42F8200E8648}" destId="{71B9BD36-4328-47E4-957E-DB8A01837AD5}" srcOrd="0" destOrd="0" presId="urn:microsoft.com/office/officeart/2005/8/layout/chart3"/>
    <dgm:cxn modelId="{3574F6D0-DC6E-4C78-8FFE-97FEB709D69E}" type="presOf" srcId="{53CABDA5-F9D8-40E6-8A7A-4A9B31BD48A7}" destId="{1F6239E4-B3D2-4889-BBC8-9429310C1EF7}" srcOrd="0" destOrd="0" presId="urn:microsoft.com/office/officeart/2005/8/layout/chart3"/>
    <dgm:cxn modelId="{55442DE1-1C0A-4481-9883-B05BA17D4374}" srcId="{A08C5F61-DE72-44F1-B293-E7CF44476455}" destId="{E71BB51F-3850-46A8-A2D0-42F8200E8648}" srcOrd="2" destOrd="0" parTransId="{28B859B9-A01C-4FC9-B007-4C6EA492C728}" sibTransId="{4828CAEB-14B8-4D97-9A08-DD5073406DF4}"/>
    <dgm:cxn modelId="{2BDFA7E4-6F50-4E63-B2FA-BECE0FD825AA}" type="presOf" srcId="{E9AEB5C6-E2C7-4D27-90E0-7FAFAD8DD1AF}" destId="{7E828EA3-B2C8-42DD-87DA-A851F13D527F}" srcOrd="0" destOrd="0" presId="urn:microsoft.com/office/officeart/2005/8/layout/chart3"/>
    <dgm:cxn modelId="{A00A5289-349D-4398-B89E-76A2FA3C5730}" type="presParOf" srcId="{C2DFBF25-C6FF-4DDF-93D7-2F7CB829B5C2}" destId="{7E828EA3-B2C8-42DD-87DA-A851F13D527F}" srcOrd="0" destOrd="0" presId="urn:microsoft.com/office/officeart/2005/8/layout/chart3"/>
    <dgm:cxn modelId="{5A5838B2-3516-4107-B8B6-7D44C8D486B7}" type="presParOf" srcId="{C2DFBF25-C6FF-4DDF-93D7-2F7CB829B5C2}" destId="{21D76D49-2B17-4160-AC63-C4B5B247E984}" srcOrd="1" destOrd="0" presId="urn:microsoft.com/office/officeart/2005/8/layout/chart3"/>
    <dgm:cxn modelId="{293842E2-5E5A-4242-9623-5D236C991880}" type="presParOf" srcId="{C2DFBF25-C6FF-4DDF-93D7-2F7CB829B5C2}" destId="{1F6239E4-B3D2-4889-BBC8-9429310C1EF7}" srcOrd="2" destOrd="0" presId="urn:microsoft.com/office/officeart/2005/8/layout/chart3"/>
    <dgm:cxn modelId="{41C8E30C-E48D-4486-8FEF-325B9BEA4D5D}" type="presParOf" srcId="{C2DFBF25-C6FF-4DDF-93D7-2F7CB829B5C2}" destId="{267FB862-42FD-40C2-A69C-6153918946E7}" srcOrd="3" destOrd="0" presId="urn:microsoft.com/office/officeart/2005/8/layout/chart3"/>
    <dgm:cxn modelId="{B359AC90-7330-4DE7-BE7D-2D1113DAEFEE}" type="presParOf" srcId="{C2DFBF25-C6FF-4DDF-93D7-2F7CB829B5C2}" destId="{71B9BD36-4328-47E4-957E-DB8A01837AD5}" srcOrd="4" destOrd="0" presId="urn:microsoft.com/office/officeart/2005/8/layout/chart3"/>
    <dgm:cxn modelId="{6E233C2F-EF13-4DCB-8E18-1DF867CBE367}" type="presParOf" srcId="{C2DFBF25-C6FF-4DDF-93D7-2F7CB829B5C2}" destId="{53F81CB2-2B58-4285-84B0-25D1BE6F2F3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74C9C8-FACB-4EBC-B41E-AC1DE9E25704}" type="doc">
      <dgm:prSet loTypeId="urn:microsoft.com/office/officeart/2018/2/layout/IconVerticalSolidList" loCatId="icon" qsTypeId="urn:microsoft.com/office/officeart/2005/8/quickstyle/3d5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3D43E06-F4B7-4820-B5C0-D52C6CF96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Fostering Creativity: </a:t>
          </a:r>
          <a:r>
            <a:rPr lang="en-US"/>
            <a:t>The project encourages players to harness creativity, enabling custom game modifications and personalized experiences.</a:t>
          </a:r>
        </a:p>
      </dgm:t>
    </dgm:pt>
    <dgm:pt modelId="{F587C842-AD1E-4EC2-BDBB-650417B5B590}" type="parTrans" cxnId="{6F6C691A-A834-4491-B6FA-EF65B8CCDBED}">
      <dgm:prSet/>
      <dgm:spPr/>
      <dgm:t>
        <a:bodyPr/>
        <a:lstStyle/>
        <a:p>
          <a:endParaRPr lang="en-US"/>
        </a:p>
      </dgm:t>
    </dgm:pt>
    <dgm:pt modelId="{1FA9F5BC-CEF2-4379-A219-AECB8E3E55AE}" type="sibTrans" cxnId="{6F6C691A-A834-4491-B6FA-EF65B8CCDBED}">
      <dgm:prSet/>
      <dgm:spPr/>
      <dgm:t>
        <a:bodyPr/>
        <a:lstStyle/>
        <a:p>
          <a:endParaRPr lang="en-US"/>
        </a:p>
      </dgm:t>
    </dgm:pt>
    <dgm:pt modelId="{B350BD66-AB5F-49FC-B068-AA4008067D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Programming Concepts: </a:t>
          </a:r>
          <a:r>
            <a:rPr lang="en-US"/>
            <a:t>Participants grasp fundamental programming principles, enhancing problem-solving skills within an entertaining gaming context.</a:t>
          </a:r>
        </a:p>
      </dgm:t>
    </dgm:pt>
    <dgm:pt modelId="{351B37BC-7F09-4079-B82C-244EBEFD08B9}" type="parTrans" cxnId="{DD63BF8B-65FC-49D3-97C9-2026CD0EC0D2}">
      <dgm:prSet/>
      <dgm:spPr/>
      <dgm:t>
        <a:bodyPr/>
        <a:lstStyle/>
        <a:p>
          <a:endParaRPr lang="en-US"/>
        </a:p>
      </dgm:t>
    </dgm:pt>
    <dgm:pt modelId="{DC64C5AB-D24E-4D84-BF7F-B476A3DFF250}" type="sibTrans" cxnId="{DD63BF8B-65FC-49D3-97C9-2026CD0EC0D2}">
      <dgm:prSet/>
      <dgm:spPr/>
      <dgm:t>
        <a:bodyPr/>
        <a:lstStyle/>
        <a:p>
          <a:endParaRPr lang="en-US"/>
        </a:p>
      </dgm:t>
    </dgm:pt>
    <dgm:pt modelId="{E56C337B-4854-482E-8282-B59F374836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Enjoyable Experience: </a:t>
          </a:r>
          <a:r>
            <a:rPr lang="en-US"/>
            <a:t>The game ensures a captivating experience, balancing educational content with fun, promoting sustained user engagement.</a:t>
          </a:r>
        </a:p>
      </dgm:t>
    </dgm:pt>
    <dgm:pt modelId="{799907E3-A6FC-4B95-A0BC-4B21FF525EF2}" type="parTrans" cxnId="{7DD0FA07-D9B5-423B-8402-247EB557A50B}">
      <dgm:prSet/>
      <dgm:spPr/>
      <dgm:t>
        <a:bodyPr/>
        <a:lstStyle/>
        <a:p>
          <a:endParaRPr lang="en-US"/>
        </a:p>
      </dgm:t>
    </dgm:pt>
    <dgm:pt modelId="{103DADC3-910C-48DD-A04A-EE21B5162528}" type="sibTrans" cxnId="{7DD0FA07-D9B5-423B-8402-247EB557A50B}">
      <dgm:prSet/>
      <dgm:spPr/>
      <dgm:t>
        <a:bodyPr/>
        <a:lstStyle/>
        <a:p>
          <a:endParaRPr lang="en-US"/>
        </a:p>
      </dgm:t>
    </dgm:pt>
    <dgm:pt modelId="{669921EB-9CB0-4D7F-B257-04DD40357D79}" type="pres">
      <dgm:prSet presAssocID="{D074C9C8-FACB-4EBC-B41E-AC1DE9E25704}" presName="root" presStyleCnt="0">
        <dgm:presLayoutVars>
          <dgm:dir/>
          <dgm:resizeHandles val="exact"/>
        </dgm:presLayoutVars>
      </dgm:prSet>
      <dgm:spPr/>
    </dgm:pt>
    <dgm:pt modelId="{B3D7BA07-7BC0-49EC-BF89-14FC379D6543}" type="pres">
      <dgm:prSet presAssocID="{13D43E06-F4B7-4820-B5C0-D52C6CF96ADB}" presName="compNode" presStyleCnt="0"/>
      <dgm:spPr/>
    </dgm:pt>
    <dgm:pt modelId="{DE0820E1-D7C9-4F1B-8102-A1B946ED03F9}" type="pres">
      <dgm:prSet presAssocID="{13D43E06-F4B7-4820-B5C0-D52C6CF96ADB}" presName="bgRect" presStyleLbl="bgShp" presStyleIdx="0" presStyleCnt="3"/>
      <dgm:spPr/>
    </dgm:pt>
    <dgm:pt modelId="{A6FB744F-C053-4187-A567-2D30112BBC73}" type="pres">
      <dgm:prSet presAssocID="{13D43E06-F4B7-4820-B5C0-D52C6CF96A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9FEFE4B2-421B-4C96-B979-796F9A4D10DC}" type="pres">
      <dgm:prSet presAssocID="{13D43E06-F4B7-4820-B5C0-D52C6CF96ADB}" presName="spaceRect" presStyleCnt="0"/>
      <dgm:spPr/>
    </dgm:pt>
    <dgm:pt modelId="{BD448928-7E2A-40C5-BDD8-785325E42F94}" type="pres">
      <dgm:prSet presAssocID="{13D43E06-F4B7-4820-B5C0-D52C6CF96ADB}" presName="parTx" presStyleLbl="revTx" presStyleIdx="0" presStyleCnt="3">
        <dgm:presLayoutVars>
          <dgm:chMax val="0"/>
          <dgm:chPref val="0"/>
        </dgm:presLayoutVars>
      </dgm:prSet>
      <dgm:spPr/>
    </dgm:pt>
    <dgm:pt modelId="{240A5371-4371-4BD1-A28D-B135A5EC0667}" type="pres">
      <dgm:prSet presAssocID="{1FA9F5BC-CEF2-4379-A219-AECB8E3E55AE}" presName="sibTrans" presStyleCnt="0"/>
      <dgm:spPr/>
    </dgm:pt>
    <dgm:pt modelId="{73A04754-3D98-4717-9BB3-1D967BB1D6BF}" type="pres">
      <dgm:prSet presAssocID="{B350BD66-AB5F-49FC-B068-AA4008067DA8}" presName="compNode" presStyleCnt="0"/>
      <dgm:spPr/>
    </dgm:pt>
    <dgm:pt modelId="{0871B1EC-CD12-4894-A780-82C6321B776D}" type="pres">
      <dgm:prSet presAssocID="{B350BD66-AB5F-49FC-B068-AA4008067DA8}" presName="bgRect" presStyleLbl="bgShp" presStyleIdx="1" presStyleCnt="3"/>
      <dgm:spPr/>
    </dgm:pt>
    <dgm:pt modelId="{4E508735-E711-4AB9-9397-D60F0D04823F}" type="pres">
      <dgm:prSet presAssocID="{B350BD66-AB5F-49FC-B068-AA4008067D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B7A64579-F1A3-45D4-98CA-FC8F5DD9D5B2}" type="pres">
      <dgm:prSet presAssocID="{B350BD66-AB5F-49FC-B068-AA4008067DA8}" presName="spaceRect" presStyleCnt="0"/>
      <dgm:spPr/>
    </dgm:pt>
    <dgm:pt modelId="{F6AF33BE-F4EE-4D0E-B8B9-F6AD7749A942}" type="pres">
      <dgm:prSet presAssocID="{B350BD66-AB5F-49FC-B068-AA4008067DA8}" presName="parTx" presStyleLbl="revTx" presStyleIdx="1" presStyleCnt="3">
        <dgm:presLayoutVars>
          <dgm:chMax val="0"/>
          <dgm:chPref val="0"/>
        </dgm:presLayoutVars>
      </dgm:prSet>
      <dgm:spPr/>
    </dgm:pt>
    <dgm:pt modelId="{EF2072D9-EDF5-47DE-A456-51FAED404A7A}" type="pres">
      <dgm:prSet presAssocID="{DC64C5AB-D24E-4D84-BF7F-B476A3DFF250}" presName="sibTrans" presStyleCnt="0"/>
      <dgm:spPr/>
    </dgm:pt>
    <dgm:pt modelId="{06C18847-3551-48A6-A00B-8AC5A400B70E}" type="pres">
      <dgm:prSet presAssocID="{E56C337B-4854-482E-8282-B59F3748364D}" presName="compNode" presStyleCnt="0"/>
      <dgm:spPr/>
    </dgm:pt>
    <dgm:pt modelId="{9100811F-CA76-401B-91D7-A38EB992119D}" type="pres">
      <dgm:prSet presAssocID="{E56C337B-4854-482E-8282-B59F3748364D}" presName="bgRect" presStyleLbl="bgShp" presStyleIdx="2" presStyleCnt="3"/>
      <dgm:spPr/>
    </dgm:pt>
    <dgm:pt modelId="{5B28D18E-27D9-4589-8F9E-F1F83A418516}" type="pres">
      <dgm:prSet presAssocID="{E56C337B-4854-482E-8282-B59F374836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D607847-E292-4183-833B-71CB10267773}" type="pres">
      <dgm:prSet presAssocID="{E56C337B-4854-482E-8282-B59F3748364D}" presName="spaceRect" presStyleCnt="0"/>
      <dgm:spPr/>
    </dgm:pt>
    <dgm:pt modelId="{06FB2A0F-E6BA-47E5-A8B2-E96A0FCB9366}" type="pres">
      <dgm:prSet presAssocID="{E56C337B-4854-482E-8282-B59F3748364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DD0FA07-D9B5-423B-8402-247EB557A50B}" srcId="{D074C9C8-FACB-4EBC-B41E-AC1DE9E25704}" destId="{E56C337B-4854-482E-8282-B59F3748364D}" srcOrd="2" destOrd="0" parTransId="{799907E3-A6FC-4B95-A0BC-4B21FF525EF2}" sibTransId="{103DADC3-910C-48DD-A04A-EE21B5162528}"/>
    <dgm:cxn modelId="{6F6C691A-A834-4491-B6FA-EF65B8CCDBED}" srcId="{D074C9C8-FACB-4EBC-B41E-AC1DE9E25704}" destId="{13D43E06-F4B7-4820-B5C0-D52C6CF96ADB}" srcOrd="0" destOrd="0" parTransId="{F587C842-AD1E-4EC2-BDBB-650417B5B590}" sibTransId="{1FA9F5BC-CEF2-4379-A219-AECB8E3E55AE}"/>
    <dgm:cxn modelId="{D20D3141-134D-4881-8BD4-B918B93BB341}" type="presOf" srcId="{13D43E06-F4B7-4820-B5C0-D52C6CF96ADB}" destId="{BD448928-7E2A-40C5-BDD8-785325E42F94}" srcOrd="0" destOrd="0" presId="urn:microsoft.com/office/officeart/2018/2/layout/IconVerticalSolidList"/>
    <dgm:cxn modelId="{32F32D71-7738-45CB-A9EC-A1D4CBFD0D28}" type="presOf" srcId="{B350BD66-AB5F-49FC-B068-AA4008067DA8}" destId="{F6AF33BE-F4EE-4D0E-B8B9-F6AD7749A942}" srcOrd="0" destOrd="0" presId="urn:microsoft.com/office/officeart/2018/2/layout/IconVerticalSolidList"/>
    <dgm:cxn modelId="{4B27037A-B80B-4E84-B36C-D83F58B65DED}" type="presOf" srcId="{D074C9C8-FACB-4EBC-B41E-AC1DE9E25704}" destId="{669921EB-9CB0-4D7F-B257-04DD40357D79}" srcOrd="0" destOrd="0" presId="urn:microsoft.com/office/officeart/2018/2/layout/IconVerticalSolidList"/>
    <dgm:cxn modelId="{DD63BF8B-65FC-49D3-97C9-2026CD0EC0D2}" srcId="{D074C9C8-FACB-4EBC-B41E-AC1DE9E25704}" destId="{B350BD66-AB5F-49FC-B068-AA4008067DA8}" srcOrd="1" destOrd="0" parTransId="{351B37BC-7F09-4079-B82C-244EBEFD08B9}" sibTransId="{DC64C5AB-D24E-4D84-BF7F-B476A3DFF250}"/>
    <dgm:cxn modelId="{A4F734C1-D4AD-4167-9229-4D08582AEBE6}" type="presOf" srcId="{E56C337B-4854-482E-8282-B59F3748364D}" destId="{06FB2A0F-E6BA-47E5-A8B2-E96A0FCB9366}" srcOrd="0" destOrd="0" presId="urn:microsoft.com/office/officeart/2018/2/layout/IconVerticalSolidList"/>
    <dgm:cxn modelId="{B6A30EF1-4A95-4BD6-A6E7-4A86B25A05FC}" type="presParOf" srcId="{669921EB-9CB0-4D7F-B257-04DD40357D79}" destId="{B3D7BA07-7BC0-49EC-BF89-14FC379D6543}" srcOrd="0" destOrd="0" presId="urn:microsoft.com/office/officeart/2018/2/layout/IconVerticalSolidList"/>
    <dgm:cxn modelId="{0B6A236F-B86E-465E-BEDD-E3D2AC62FBFD}" type="presParOf" srcId="{B3D7BA07-7BC0-49EC-BF89-14FC379D6543}" destId="{DE0820E1-D7C9-4F1B-8102-A1B946ED03F9}" srcOrd="0" destOrd="0" presId="urn:microsoft.com/office/officeart/2018/2/layout/IconVerticalSolidList"/>
    <dgm:cxn modelId="{6F423454-CB6B-4C74-80E5-60FA4C4ACA69}" type="presParOf" srcId="{B3D7BA07-7BC0-49EC-BF89-14FC379D6543}" destId="{A6FB744F-C053-4187-A567-2D30112BBC73}" srcOrd="1" destOrd="0" presId="urn:microsoft.com/office/officeart/2018/2/layout/IconVerticalSolidList"/>
    <dgm:cxn modelId="{8DC7278C-DE77-4B2B-8C5A-CF696D98EF5C}" type="presParOf" srcId="{B3D7BA07-7BC0-49EC-BF89-14FC379D6543}" destId="{9FEFE4B2-421B-4C96-B979-796F9A4D10DC}" srcOrd="2" destOrd="0" presId="urn:microsoft.com/office/officeart/2018/2/layout/IconVerticalSolidList"/>
    <dgm:cxn modelId="{579818B0-4B97-4F18-866A-39DA281C9B93}" type="presParOf" srcId="{B3D7BA07-7BC0-49EC-BF89-14FC379D6543}" destId="{BD448928-7E2A-40C5-BDD8-785325E42F94}" srcOrd="3" destOrd="0" presId="urn:microsoft.com/office/officeart/2018/2/layout/IconVerticalSolidList"/>
    <dgm:cxn modelId="{2DCF9B8B-7852-41A9-8F6D-C46A93AE5942}" type="presParOf" srcId="{669921EB-9CB0-4D7F-B257-04DD40357D79}" destId="{240A5371-4371-4BD1-A28D-B135A5EC0667}" srcOrd="1" destOrd="0" presId="urn:microsoft.com/office/officeart/2018/2/layout/IconVerticalSolidList"/>
    <dgm:cxn modelId="{20339CB1-18AB-4D49-BC6D-8C4D8F857E51}" type="presParOf" srcId="{669921EB-9CB0-4D7F-B257-04DD40357D79}" destId="{73A04754-3D98-4717-9BB3-1D967BB1D6BF}" srcOrd="2" destOrd="0" presId="urn:microsoft.com/office/officeart/2018/2/layout/IconVerticalSolidList"/>
    <dgm:cxn modelId="{96368FF2-32F2-46DE-B2FB-86A9389D372B}" type="presParOf" srcId="{73A04754-3D98-4717-9BB3-1D967BB1D6BF}" destId="{0871B1EC-CD12-4894-A780-82C6321B776D}" srcOrd="0" destOrd="0" presId="urn:microsoft.com/office/officeart/2018/2/layout/IconVerticalSolidList"/>
    <dgm:cxn modelId="{7BB77DF6-E1BF-4500-9E45-FA43E9B8AFF1}" type="presParOf" srcId="{73A04754-3D98-4717-9BB3-1D967BB1D6BF}" destId="{4E508735-E711-4AB9-9397-D60F0D04823F}" srcOrd="1" destOrd="0" presId="urn:microsoft.com/office/officeart/2018/2/layout/IconVerticalSolidList"/>
    <dgm:cxn modelId="{468221AC-75A7-4110-ABA7-8C179B275287}" type="presParOf" srcId="{73A04754-3D98-4717-9BB3-1D967BB1D6BF}" destId="{B7A64579-F1A3-45D4-98CA-FC8F5DD9D5B2}" srcOrd="2" destOrd="0" presId="urn:microsoft.com/office/officeart/2018/2/layout/IconVerticalSolidList"/>
    <dgm:cxn modelId="{0ABB0E2D-01FA-41AF-A646-9CB59D4025CD}" type="presParOf" srcId="{73A04754-3D98-4717-9BB3-1D967BB1D6BF}" destId="{F6AF33BE-F4EE-4D0E-B8B9-F6AD7749A942}" srcOrd="3" destOrd="0" presId="urn:microsoft.com/office/officeart/2018/2/layout/IconVerticalSolidList"/>
    <dgm:cxn modelId="{A6220CE5-9075-4334-B86B-82BC9C1D0DDE}" type="presParOf" srcId="{669921EB-9CB0-4D7F-B257-04DD40357D79}" destId="{EF2072D9-EDF5-47DE-A456-51FAED404A7A}" srcOrd="3" destOrd="0" presId="urn:microsoft.com/office/officeart/2018/2/layout/IconVerticalSolidList"/>
    <dgm:cxn modelId="{D3C0246F-A6E6-443E-BF0F-2181AFF3C262}" type="presParOf" srcId="{669921EB-9CB0-4D7F-B257-04DD40357D79}" destId="{06C18847-3551-48A6-A00B-8AC5A400B70E}" srcOrd="4" destOrd="0" presId="urn:microsoft.com/office/officeart/2018/2/layout/IconVerticalSolidList"/>
    <dgm:cxn modelId="{9F94529B-D9EC-4350-863B-95A9E64B36BF}" type="presParOf" srcId="{06C18847-3551-48A6-A00B-8AC5A400B70E}" destId="{9100811F-CA76-401B-91D7-A38EB992119D}" srcOrd="0" destOrd="0" presId="urn:microsoft.com/office/officeart/2018/2/layout/IconVerticalSolidList"/>
    <dgm:cxn modelId="{C403F585-51B6-4D50-9B2B-ECB5F97A7C96}" type="presParOf" srcId="{06C18847-3551-48A6-A00B-8AC5A400B70E}" destId="{5B28D18E-27D9-4589-8F9E-F1F83A418516}" srcOrd="1" destOrd="0" presId="urn:microsoft.com/office/officeart/2018/2/layout/IconVerticalSolidList"/>
    <dgm:cxn modelId="{32BB6CEB-7FEB-4AEF-A6DE-5CD8A4F81F1D}" type="presParOf" srcId="{06C18847-3551-48A6-A00B-8AC5A400B70E}" destId="{0D607847-E292-4183-833B-71CB10267773}" srcOrd="2" destOrd="0" presId="urn:microsoft.com/office/officeart/2018/2/layout/IconVerticalSolidList"/>
    <dgm:cxn modelId="{5E568F15-DBAC-4251-9A6A-1DA1387268D8}" type="presParOf" srcId="{06C18847-3551-48A6-A00B-8AC5A400B70E}" destId="{06FB2A0F-E6BA-47E5-A8B2-E96A0FCB93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15C4BE-7E46-4561-A598-A921E5C73A85}" type="doc">
      <dgm:prSet loTypeId="urn:microsoft.com/office/officeart/2005/8/layout/vProcess5" loCatId="process" qsTypeId="urn:microsoft.com/office/officeart/2005/8/quickstyle/3d3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9CD5447-4B16-4C77-83C1-D74311C199E5}">
      <dgm:prSet/>
      <dgm:spPr/>
      <dgm:t>
        <a:bodyPr/>
        <a:lstStyle/>
        <a:p>
          <a:r>
            <a:rPr lang="en-US" b="1"/>
            <a:t>Python's Accessibility: </a:t>
          </a:r>
          <a:r>
            <a:rPr lang="en-US"/>
            <a:t>Python's clear syntax and rich community libraries make it ideal for beginners learning programming efficiently.</a:t>
          </a:r>
        </a:p>
      </dgm:t>
    </dgm:pt>
    <dgm:pt modelId="{BE82758A-A5DB-4CFF-BAF7-B80ED5765B70}" type="parTrans" cxnId="{5B6453A2-0EE2-4591-918B-D5DBB36522C2}">
      <dgm:prSet/>
      <dgm:spPr/>
      <dgm:t>
        <a:bodyPr/>
        <a:lstStyle/>
        <a:p>
          <a:endParaRPr lang="en-US"/>
        </a:p>
      </dgm:t>
    </dgm:pt>
    <dgm:pt modelId="{7A2B72ED-2007-4E50-8B8E-4A0132A9B98F}" type="sibTrans" cxnId="{5B6453A2-0EE2-4591-918B-D5DBB36522C2}">
      <dgm:prSet/>
      <dgm:spPr/>
      <dgm:t>
        <a:bodyPr/>
        <a:lstStyle/>
        <a:p>
          <a:endParaRPr lang="en-US"/>
        </a:p>
      </dgm:t>
    </dgm:pt>
    <dgm:pt modelId="{9E646CE5-A6D1-47F5-ACDB-C092E91D7712}">
      <dgm:prSet/>
      <dgm:spPr/>
      <dgm:t>
        <a:bodyPr/>
        <a:lstStyle/>
        <a:p>
          <a:r>
            <a:rPr lang="en-US" b="1"/>
            <a:t>Turtle Graphics Simplification: </a:t>
          </a:r>
          <a:r>
            <a:rPr lang="en-US"/>
            <a:t>The Turtle library abstracts complex graphic functionalities, enabling immediate visual feedback for novice programmers.</a:t>
          </a:r>
        </a:p>
      </dgm:t>
    </dgm:pt>
    <dgm:pt modelId="{76AFE228-5640-46B0-BEB7-077B4D48373D}" type="parTrans" cxnId="{4D177755-69C4-401E-85EF-D4F2924F8DBC}">
      <dgm:prSet/>
      <dgm:spPr/>
      <dgm:t>
        <a:bodyPr/>
        <a:lstStyle/>
        <a:p>
          <a:endParaRPr lang="en-US"/>
        </a:p>
      </dgm:t>
    </dgm:pt>
    <dgm:pt modelId="{1A2B45E3-B81B-4B84-A446-67964F5024A6}" type="sibTrans" cxnId="{4D177755-69C4-401E-85EF-D4F2924F8DBC}">
      <dgm:prSet/>
      <dgm:spPr/>
      <dgm:t>
        <a:bodyPr/>
        <a:lstStyle/>
        <a:p>
          <a:endParaRPr lang="en-US"/>
        </a:p>
      </dgm:t>
    </dgm:pt>
    <dgm:pt modelId="{48D5188A-0F00-48C7-9272-764E32320C6F}">
      <dgm:prSet/>
      <dgm:spPr/>
      <dgm:t>
        <a:bodyPr/>
        <a:lstStyle/>
        <a:p>
          <a:r>
            <a:rPr lang="en-US" b="1"/>
            <a:t>Engaging Learning Tool: </a:t>
          </a:r>
          <a:r>
            <a:rPr lang="en-US"/>
            <a:t>Using Python and Turtle promotes curiosity and exploration, enhancing both programming skills and creativity in users.</a:t>
          </a:r>
        </a:p>
      </dgm:t>
    </dgm:pt>
    <dgm:pt modelId="{39D3DE2A-67E1-4E75-A2CF-236B0D14E48F}" type="parTrans" cxnId="{F6E93BA5-2F05-4F33-82DE-9365F11DD184}">
      <dgm:prSet/>
      <dgm:spPr/>
      <dgm:t>
        <a:bodyPr/>
        <a:lstStyle/>
        <a:p>
          <a:endParaRPr lang="en-US"/>
        </a:p>
      </dgm:t>
    </dgm:pt>
    <dgm:pt modelId="{2535AB0F-DEC1-4CD2-A5E7-E48343CB2694}" type="sibTrans" cxnId="{F6E93BA5-2F05-4F33-82DE-9365F11DD184}">
      <dgm:prSet/>
      <dgm:spPr/>
      <dgm:t>
        <a:bodyPr/>
        <a:lstStyle/>
        <a:p>
          <a:endParaRPr lang="en-US"/>
        </a:p>
      </dgm:t>
    </dgm:pt>
    <dgm:pt modelId="{0FBB7A03-5498-4E2F-8D5D-D5472C776EDC}" type="pres">
      <dgm:prSet presAssocID="{9C15C4BE-7E46-4561-A598-A921E5C73A85}" presName="outerComposite" presStyleCnt="0">
        <dgm:presLayoutVars>
          <dgm:chMax val="5"/>
          <dgm:dir/>
          <dgm:resizeHandles val="exact"/>
        </dgm:presLayoutVars>
      </dgm:prSet>
      <dgm:spPr/>
    </dgm:pt>
    <dgm:pt modelId="{E901B0CE-7295-49EE-8ED1-CBE8AEEBACC0}" type="pres">
      <dgm:prSet presAssocID="{9C15C4BE-7E46-4561-A598-A921E5C73A85}" presName="dummyMaxCanvas" presStyleCnt="0">
        <dgm:presLayoutVars/>
      </dgm:prSet>
      <dgm:spPr/>
    </dgm:pt>
    <dgm:pt modelId="{93DE0FD2-0D3A-4CDB-A4C3-4F7C8382FC83}" type="pres">
      <dgm:prSet presAssocID="{9C15C4BE-7E46-4561-A598-A921E5C73A85}" presName="ThreeNodes_1" presStyleLbl="node1" presStyleIdx="0" presStyleCnt="3">
        <dgm:presLayoutVars>
          <dgm:bulletEnabled val="1"/>
        </dgm:presLayoutVars>
      </dgm:prSet>
      <dgm:spPr/>
    </dgm:pt>
    <dgm:pt modelId="{7ABD4703-9E79-4513-92AC-A02A09EE39FE}" type="pres">
      <dgm:prSet presAssocID="{9C15C4BE-7E46-4561-A598-A921E5C73A85}" presName="ThreeNodes_2" presStyleLbl="node1" presStyleIdx="1" presStyleCnt="3">
        <dgm:presLayoutVars>
          <dgm:bulletEnabled val="1"/>
        </dgm:presLayoutVars>
      </dgm:prSet>
      <dgm:spPr/>
    </dgm:pt>
    <dgm:pt modelId="{E161BD0D-DD52-47C5-ABED-F52AA06B7277}" type="pres">
      <dgm:prSet presAssocID="{9C15C4BE-7E46-4561-A598-A921E5C73A85}" presName="ThreeNodes_3" presStyleLbl="node1" presStyleIdx="2" presStyleCnt="3">
        <dgm:presLayoutVars>
          <dgm:bulletEnabled val="1"/>
        </dgm:presLayoutVars>
      </dgm:prSet>
      <dgm:spPr/>
    </dgm:pt>
    <dgm:pt modelId="{BB9097A3-3886-45C3-A858-D4FAC2605F62}" type="pres">
      <dgm:prSet presAssocID="{9C15C4BE-7E46-4561-A598-A921E5C73A85}" presName="ThreeConn_1-2" presStyleLbl="fgAccFollowNode1" presStyleIdx="0" presStyleCnt="2">
        <dgm:presLayoutVars>
          <dgm:bulletEnabled val="1"/>
        </dgm:presLayoutVars>
      </dgm:prSet>
      <dgm:spPr/>
    </dgm:pt>
    <dgm:pt modelId="{813464E0-A488-4DF8-A1D0-CF2AF8D2A155}" type="pres">
      <dgm:prSet presAssocID="{9C15C4BE-7E46-4561-A598-A921E5C73A85}" presName="ThreeConn_2-3" presStyleLbl="fgAccFollowNode1" presStyleIdx="1" presStyleCnt="2">
        <dgm:presLayoutVars>
          <dgm:bulletEnabled val="1"/>
        </dgm:presLayoutVars>
      </dgm:prSet>
      <dgm:spPr/>
    </dgm:pt>
    <dgm:pt modelId="{A45BC863-3931-4E0C-BAE1-492AA343FECD}" type="pres">
      <dgm:prSet presAssocID="{9C15C4BE-7E46-4561-A598-A921E5C73A85}" presName="ThreeNodes_1_text" presStyleLbl="node1" presStyleIdx="2" presStyleCnt="3">
        <dgm:presLayoutVars>
          <dgm:bulletEnabled val="1"/>
        </dgm:presLayoutVars>
      </dgm:prSet>
      <dgm:spPr/>
    </dgm:pt>
    <dgm:pt modelId="{A0FE6CB4-2DD9-44F1-A885-D28848A8B1F4}" type="pres">
      <dgm:prSet presAssocID="{9C15C4BE-7E46-4561-A598-A921E5C73A85}" presName="ThreeNodes_2_text" presStyleLbl="node1" presStyleIdx="2" presStyleCnt="3">
        <dgm:presLayoutVars>
          <dgm:bulletEnabled val="1"/>
        </dgm:presLayoutVars>
      </dgm:prSet>
      <dgm:spPr/>
    </dgm:pt>
    <dgm:pt modelId="{887FAE9E-AECD-4BFB-A6AD-D0646A92430D}" type="pres">
      <dgm:prSet presAssocID="{9C15C4BE-7E46-4561-A598-A921E5C73A8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161033A-F696-4FD0-8010-5DA348F45DD2}" type="presOf" srcId="{9C15C4BE-7E46-4561-A598-A921E5C73A85}" destId="{0FBB7A03-5498-4E2F-8D5D-D5472C776EDC}" srcOrd="0" destOrd="0" presId="urn:microsoft.com/office/officeart/2005/8/layout/vProcess5"/>
    <dgm:cxn modelId="{A901EA42-5B6A-4366-AE53-FB2FDA464708}" type="presOf" srcId="{39CD5447-4B16-4C77-83C1-D74311C199E5}" destId="{93DE0FD2-0D3A-4CDB-A4C3-4F7C8382FC83}" srcOrd="0" destOrd="0" presId="urn:microsoft.com/office/officeart/2005/8/layout/vProcess5"/>
    <dgm:cxn modelId="{AFF2354E-1CF5-43C9-8394-A71571E4AA45}" type="presOf" srcId="{48D5188A-0F00-48C7-9272-764E32320C6F}" destId="{E161BD0D-DD52-47C5-ABED-F52AA06B7277}" srcOrd="0" destOrd="0" presId="urn:microsoft.com/office/officeart/2005/8/layout/vProcess5"/>
    <dgm:cxn modelId="{1916F86F-16A9-43BD-84D0-64341A6CCDD4}" type="presOf" srcId="{7A2B72ED-2007-4E50-8B8E-4A0132A9B98F}" destId="{BB9097A3-3886-45C3-A858-D4FAC2605F62}" srcOrd="0" destOrd="0" presId="urn:microsoft.com/office/officeart/2005/8/layout/vProcess5"/>
    <dgm:cxn modelId="{4D177755-69C4-401E-85EF-D4F2924F8DBC}" srcId="{9C15C4BE-7E46-4561-A598-A921E5C73A85}" destId="{9E646CE5-A6D1-47F5-ACDB-C092E91D7712}" srcOrd="1" destOrd="0" parTransId="{76AFE228-5640-46B0-BEB7-077B4D48373D}" sibTransId="{1A2B45E3-B81B-4B84-A446-67964F5024A6}"/>
    <dgm:cxn modelId="{146C6A85-22DD-4120-933C-31B171BEF0E7}" type="presOf" srcId="{1A2B45E3-B81B-4B84-A446-67964F5024A6}" destId="{813464E0-A488-4DF8-A1D0-CF2AF8D2A155}" srcOrd="0" destOrd="0" presId="urn:microsoft.com/office/officeart/2005/8/layout/vProcess5"/>
    <dgm:cxn modelId="{3039C099-CBFD-4999-BC7D-9FC747206369}" type="presOf" srcId="{48D5188A-0F00-48C7-9272-764E32320C6F}" destId="{887FAE9E-AECD-4BFB-A6AD-D0646A92430D}" srcOrd="1" destOrd="0" presId="urn:microsoft.com/office/officeart/2005/8/layout/vProcess5"/>
    <dgm:cxn modelId="{5B6453A2-0EE2-4591-918B-D5DBB36522C2}" srcId="{9C15C4BE-7E46-4561-A598-A921E5C73A85}" destId="{39CD5447-4B16-4C77-83C1-D74311C199E5}" srcOrd="0" destOrd="0" parTransId="{BE82758A-A5DB-4CFF-BAF7-B80ED5765B70}" sibTransId="{7A2B72ED-2007-4E50-8B8E-4A0132A9B98F}"/>
    <dgm:cxn modelId="{F6E93BA5-2F05-4F33-82DE-9365F11DD184}" srcId="{9C15C4BE-7E46-4561-A598-A921E5C73A85}" destId="{48D5188A-0F00-48C7-9272-764E32320C6F}" srcOrd="2" destOrd="0" parTransId="{39D3DE2A-67E1-4E75-A2CF-236B0D14E48F}" sibTransId="{2535AB0F-DEC1-4CD2-A5E7-E48343CB2694}"/>
    <dgm:cxn modelId="{141A1BB4-1ED5-4466-8979-EA962A063C60}" type="presOf" srcId="{9E646CE5-A6D1-47F5-ACDB-C092E91D7712}" destId="{A0FE6CB4-2DD9-44F1-A885-D28848A8B1F4}" srcOrd="1" destOrd="0" presId="urn:microsoft.com/office/officeart/2005/8/layout/vProcess5"/>
    <dgm:cxn modelId="{72C74AC5-452B-4416-B1F4-7D877AB422B9}" type="presOf" srcId="{39CD5447-4B16-4C77-83C1-D74311C199E5}" destId="{A45BC863-3931-4E0C-BAE1-492AA343FECD}" srcOrd="1" destOrd="0" presId="urn:microsoft.com/office/officeart/2005/8/layout/vProcess5"/>
    <dgm:cxn modelId="{4C211DF0-A9DE-43AA-B9B1-0A600C3F8D3C}" type="presOf" srcId="{9E646CE5-A6D1-47F5-ACDB-C092E91D7712}" destId="{7ABD4703-9E79-4513-92AC-A02A09EE39FE}" srcOrd="0" destOrd="0" presId="urn:microsoft.com/office/officeart/2005/8/layout/vProcess5"/>
    <dgm:cxn modelId="{F6160E05-EF87-4EB5-B856-D020B9D927B7}" type="presParOf" srcId="{0FBB7A03-5498-4E2F-8D5D-D5472C776EDC}" destId="{E901B0CE-7295-49EE-8ED1-CBE8AEEBACC0}" srcOrd="0" destOrd="0" presId="urn:microsoft.com/office/officeart/2005/8/layout/vProcess5"/>
    <dgm:cxn modelId="{D6FB1FF2-9684-4931-BF4F-58FDED34F3A8}" type="presParOf" srcId="{0FBB7A03-5498-4E2F-8D5D-D5472C776EDC}" destId="{93DE0FD2-0D3A-4CDB-A4C3-4F7C8382FC83}" srcOrd="1" destOrd="0" presId="urn:microsoft.com/office/officeart/2005/8/layout/vProcess5"/>
    <dgm:cxn modelId="{EE3D2DFE-1F97-42A6-9BD1-6C0880681BF1}" type="presParOf" srcId="{0FBB7A03-5498-4E2F-8D5D-D5472C776EDC}" destId="{7ABD4703-9E79-4513-92AC-A02A09EE39FE}" srcOrd="2" destOrd="0" presId="urn:microsoft.com/office/officeart/2005/8/layout/vProcess5"/>
    <dgm:cxn modelId="{0CE6D817-4F5E-4745-9BED-ED48A5CDB30C}" type="presParOf" srcId="{0FBB7A03-5498-4E2F-8D5D-D5472C776EDC}" destId="{E161BD0D-DD52-47C5-ABED-F52AA06B7277}" srcOrd="3" destOrd="0" presId="urn:microsoft.com/office/officeart/2005/8/layout/vProcess5"/>
    <dgm:cxn modelId="{3066EFAB-4476-4D46-96BE-07F9726936FE}" type="presParOf" srcId="{0FBB7A03-5498-4E2F-8D5D-D5472C776EDC}" destId="{BB9097A3-3886-45C3-A858-D4FAC2605F62}" srcOrd="4" destOrd="0" presId="urn:microsoft.com/office/officeart/2005/8/layout/vProcess5"/>
    <dgm:cxn modelId="{0F23750C-0B6B-4D94-8486-452C25A61734}" type="presParOf" srcId="{0FBB7A03-5498-4E2F-8D5D-D5472C776EDC}" destId="{813464E0-A488-4DF8-A1D0-CF2AF8D2A155}" srcOrd="5" destOrd="0" presId="urn:microsoft.com/office/officeart/2005/8/layout/vProcess5"/>
    <dgm:cxn modelId="{FDBD1855-980A-4448-A1C3-5395AB49E23D}" type="presParOf" srcId="{0FBB7A03-5498-4E2F-8D5D-D5472C776EDC}" destId="{A45BC863-3931-4E0C-BAE1-492AA343FECD}" srcOrd="6" destOrd="0" presId="urn:microsoft.com/office/officeart/2005/8/layout/vProcess5"/>
    <dgm:cxn modelId="{4C7261E2-4F4B-4179-8919-F2D9F8E5DD03}" type="presParOf" srcId="{0FBB7A03-5498-4E2F-8D5D-D5472C776EDC}" destId="{A0FE6CB4-2DD9-44F1-A885-D28848A8B1F4}" srcOrd="7" destOrd="0" presId="urn:microsoft.com/office/officeart/2005/8/layout/vProcess5"/>
    <dgm:cxn modelId="{30865B93-77E5-4455-A797-9DE75A17C41A}" type="presParOf" srcId="{0FBB7A03-5498-4E2F-8D5D-D5472C776EDC}" destId="{887FAE9E-AECD-4BFB-A6AD-D0646A924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90D8C0-AC5D-4C00-834F-1DD8481E59AA}" type="doc">
      <dgm:prSet loTypeId="urn:microsoft.com/office/officeart/2018/2/layout/IconVerticalSolidList" loCatId="icon" qsTypeId="urn:microsoft.com/office/officeart/2005/8/quickstyle/3d5" qsCatId="3D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C76C437F-88C7-42B8-B73C-BE92B89B80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Game Launch Process: </a:t>
          </a:r>
          <a:r>
            <a:rPr lang="en-US" dirty="0"/>
            <a:t>Players initiate gameplay by selecting options, loading the game interface, and configuring settings accordingly.</a:t>
          </a:r>
        </a:p>
      </dgm:t>
    </dgm:pt>
    <dgm:pt modelId="{F5D326D8-308A-4208-917C-1D638685FAF4}" type="parTrans" cxnId="{0E3EA061-5B70-4AEA-930A-47D47DB99E7D}">
      <dgm:prSet/>
      <dgm:spPr/>
      <dgm:t>
        <a:bodyPr/>
        <a:lstStyle/>
        <a:p>
          <a:endParaRPr lang="en-US"/>
        </a:p>
      </dgm:t>
    </dgm:pt>
    <dgm:pt modelId="{82BB33AC-3FAE-41C5-9380-DEC1F2088222}" type="sibTrans" cxnId="{0E3EA061-5B70-4AEA-930A-47D47DB99E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35DCD1-9B5A-457A-B4E5-669135B519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Gameplay Structure: </a:t>
          </a:r>
          <a:r>
            <a:rPr lang="en-US" dirty="0"/>
            <a:t>The game follows a sequence of rounds, where players control paddles to bounce the ball strategically.</a:t>
          </a:r>
        </a:p>
      </dgm:t>
    </dgm:pt>
    <dgm:pt modelId="{92DAFEA4-8595-4103-9C65-9B31929CDF65}" type="parTrans" cxnId="{5135A982-CD9F-4F3E-9AA5-B8761AD2A3E1}">
      <dgm:prSet/>
      <dgm:spPr/>
      <dgm:t>
        <a:bodyPr/>
        <a:lstStyle/>
        <a:p>
          <a:endParaRPr lang="en-US"/>
        </a:p>
      </dgm:t>
    </dgm:pt>
    <dgm:pt modelId="{6FEE4C20-3F00-486F-BF30-20ECB33D4995}" type="sibTrans" cxnId="{5135A982-CD9F-4F3E-9AA5-B8761AD2A3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13248B-CEE5-45D9-A662-78C5B463CB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Victory Conditions: </a:t>
          </a:r>
          <a:r>
            <a:rPr lang="en-US"/>
            <a:t>Achieving victory requires players to score a predetermined number of points while outmaneuvering their opponent.</a:t>
          </a:r>
        </a:p>
      </dgm:t>
    </dgm:pt>
    <dgm:pt modelId="{0EEEB5DB-FC81-4D31-B994-7863EBF32F04}" type="parTrans" cxnId="{3D617D52-8D5D-45E3-A12D-F9E1A0CE0091}">
      <dgm:prSet/>
      <dgm:spPr/>
      <dgm:t>
        <a:bodyPr/>
        <a:lstStyle/>
        <a:p>
          <a:endParaRPr lang="en-US"/>
        </a:p>
      </dgm:t>
    </dgm:pt>
    <dgm:pt modelId="{DA8EE493-D577-4BE7-91DB-5E369AE79843}" type="sibTrans" cxnId="{3D617D52-8D5D-45E3-A12D-F9E1A0CE0091}">
      <dgm:prSet/>
      <dgm:spPr/>
      <dgm:t>
        <a:bodyPr/>
        <a:lstStyle/>
        <a:p>
          <a:endParaRPr lang="en-US"/>
        </a:p>
      </dgm:t>
    </dgm:pt>
    <dgm:pt modelId="{8D018625-9A10-488E-942D-D472B626791A}" type="pres">
      <dgm:prSet presAssocID="{BC90D8C0-AC5D-4C00-834F-1DD8481E59AA}" presName="root" presStyleCnt="0">
        <dgm:presLayoutVars>
          <dgm:dir/>
          <dgm:resizeHandles val="exact"/>
        </dgm:presLayoutVars>
      </dgm:prSet>
      <dgm:spPr/>
    </dgm:pt>
    <dgm:pt modelId="{6F2D946D-D620-4C2A-93F3-DDE817E3E88A}" type="pres">
      <dgm:prSet presAssocID="{C76C437F-88C7-42B8-B73C-BE92B89B804D}" presName="compNode" presStyleCnt="0"/>
      <dgm:spPr/>
    </dgm:pt>
    <dgm:pt modelId="{E2E674B5-5235-4DB5-984C-B2C3B7242D8F}" type="pres">
      <dgm:prSet presAssocID="{C76C437F-88C7-42B8-B73C-BE92B89B804D}" presName="bgRect" presStyleLbl="bgShp" presStyleIdx="0" presStyleCnt="3"/>
      <dgm:spPr/>
    </dgm:pt>
    <dgm:pt modelId="{AAF336F8-8CEE-4ED8-B6BD-626F384CD6A4}" type="pres">
      <dgm:prSet presAssocID="{C76C437F-88C7-42B8-B73C-BE92B89B80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9819B1D-E518-4623-8071-E808DEA962D4}" type="pres">
      <dgm:prSet presAssocID="{C76C437F-88C7-42B8-B73C-BE92B89B804D}" presName="spaceRect" presStyleCnt="0"/>
      <dgm:spPr/>
    </dgm:pt>
    <dgm:pt modelId="{64041864-DD39-4D89-8D40-04916D717219}" type="pres">
      <dgm:prSet presAssocID="{C76C437F-88C7-42B8-B73C-BE92B89B804D}" presName="parTx" presStyleLbl="revTx" presStyleIdx="0" presStyleCnt="3">
        <dgm:presLayoutVars>
          <dgm:chMax val="0"/>
          <dgm:chPref val="0"/>
        </dgm:presLayoutVars>
      </dgm:prSet>
      <dgm:spPr/>
    </dgm:pt>
    <dgm:pt modelId="{A834BA8D-A87C-4C76-8E15-89717D947EF1}" type="pres">
      <dgm:prSet presAssocID="{82BB33AC-3FAE-41C5-9380-DEC1F2088222}" presName="sibTrans" presStyleCnt="0"/>
      <dgm:spPr/>
    </dgm:pt>
    <dgm:pt modelId="{E19E64B9-AADD-4881-8684-23B791654208}" type="pres">
      <dgm:prSet presAssocID="{B035DCD1-9B5A-457A-B4E5-669135B519A8}" presName="compNode" presStyleCnt="0"/>
      <dgm:spPr/>
    </dgm:pt>
    <dgm:pt modelId="{9D995390-164C-4163-B1B1-CBD7D450011A}" type="pres">
      <dgm:prSet presAssocID="{B035DCD1-9B5A-457A-B4E5-669135B519A8}" presName="bgRect" presStyleLbl="bgShp" presStyleIdx="1" presStyleCnt="3"/>
      <dgm:spPr/>
    </dgm:pt>
    <dgm:pt modelId="{F003E417-82F5-45B7-84DE-A9139DD5EEA6}" type="pres">
      <dgm:prSet presAssocID="{B035DCD1-9B5A-457A-B4E5-669135B519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oe"/>
        </a:ext>
      </dgm:extLst>
    </dgm:pt>
    <dgm:pt modelId="{C04A822F-7152-42ED-A8D1-6E45FEDDB603}" type="pres">
      <dgm:prSet presAssocID="{B035DCD1-9B5A-457A-B4E5-669135B519A8}" presName="spaceRect" presStyleCnt="0"/>
      <dgm:spPr/>
    </dgm:pt>
    <dgm:pt modelId="{F0C0C4C7-4795-42EE-B7F8-269D4580E07B}" type="pres">
      <dgm:prSet presAssocID="{B035DCD1-9B5A-457A-B4E5-669135B519A8}" presName="parTx" presStyleLbl="revTx" presStyleIdx="1" presStyleCnt="3">
        <dgm:presLayoutVars>
          <dgm:chMax val="0"/>
          <dgm:chPref val="0"/>
        </dgm:presLayoutVars>
      </dgm:prSet>
      <dgm:spPr/>
    </dgm:pt>
    <dgm:pt modelId="{D3F02DA7-1947-44AF-BF2A-47FFFAE951AF}" type="pres">
      <dgm:prSet presAssocID="{6FEE4C20-3F00-486F-BF30-20ECB33D4995}" presName="sibTrans" presStyleCnt="0"/>
      <dgm:spPr/>
    </dgm:pt>
    <dgm:pt modelId="{8EB1A8C9-4751-41C7-A1DC-D6FE5CC7586F}" type="pres">
      <dgm:prSet presAssocID="{A213248B-CEE5-45D9-A662-78C5B463CB3A}" presName="compNode" presStyleCnt="0"/>
      <dgm:spPr/>
    </dgm:pt>
    <dgm:pt modelId="{120B697C-F979-4C2C-A7F3-C261C4C6C2CA}" type="pres">
      <dgm:prSet presAssocID="{A213248B-CEE5-45D9-A662-78C5B463CB3A}" presName="bgRect" presStyleLbl="bgShp" presStyleIdx="2" presStyleCnt="3"/>
      <dgm:spPr/>
    </dgm:pt>
    <dgm:pt modelId="{C41284F1-7A8F-4272-99A1-DEF18574F717}" type="pres">
      <dgm:prSet presAssocID="{A213248B-CEE5-45D9-A662-78C5B463CB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32F56BFA-D11F-44F2-ADF2-4DCAC6551BE0}" type="pres">
      <dgm:prSet presAssocID="{A213248B-CEE5-45D9-A662-78C5B463CB3A}" presName="spaceRect" presStyleCnt="0"/>
      <dgm:spPr/>
    </dgm:pt>
    <dgm:pt modelId="{49EDC6D0-4773-4118-AC6F-F1ED66A2A182}" type="pres">
      <dgm:prSet presAssocID="{A213248B-CEE5-45D9-A662-78C5B463CB3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3EA061-5B70-4AEA-930A-47D47DB99E7D}" srcId="{BC90D8C0-AC5D-4C00-834F-1DD8481E59AA}" destId="{C76C437F-88C7-42B8-B73C-BE92B89B804D}" srcOrd="0" destOrd="0" parTransId="{F5D326D8-308A-4208-917C-1D638685FAF4}" sibTransId="{82BB33AC-3FAE-41C5-9380-DEC1F2088222}"/>
    <dgm:cxn modelId="{3D617D52-8D5D-45E3-A12D-F9E1A0CE0091}" srcId="{BC90D8C0-AC5D-4C00-834F-1DD8481E59AA}" destId="{A213248B-CEE5-45D9-A662-78C5B463CB3A}" srcOrd="2" destOrd="0" parTransId="{0EEEB5DB-FC81-4D31-B994-7863EBF32F04}" sibTransId="{DA8EE493-D577-4BE7-91DB-5E369AE79843}"/>
    <dgm:cxn modelId="{D3C70F54-1D47-4FB2-830F-C3DA3B382971}" type="presOf" srcId="{C76C437F-88C7-42B8-B73C-BE92B89B804D}" destId="{64041864-DD39-4D89-8D40-04916D717219}" srcOrd="0" destOrd="0" presId="urn:microsoft.com/office/officeart/2018/2/layout/IconVerticalSolidList"/>
    <dgm:cxn modelId="{1529575A-750D-4012-A6AB-7ADC9DFB0D09}" type="presOf" srcId="{B035DCD1-9B5A-457A-B4E5-669135B519A8}" destId="{F0C0C4C7-4795-42EE-B7F8-269D4580E07B}" srcOrd="0" destOrd="0" presId="urn:microsoft.com/office/officeart/2018/2/layout/IconVerticalSolidList"/>
    <dgm:cxn modelId="{5135A982-CD9F-4F3E-9AA5-B8761AD2A3E1}" srcId="{BC90D8C0-AC5D-4C00-834F-1DD8481E59AA}" destId="{B035DCD1-9B5A-457A-B4E5-669135B519A8}" srcOrd="1" destOrd="0" parTransId="{92DAFEA4-8595-4103-9C65-9B31929CDF65}" sibTransId="{6FEE4C20-3F00-486F-BF30-20ECB33D4995}"/>
    <dgm:cxn modelId="{ACC15CB3-5835-443B-BC12-220884721902}" type="presOf" srcId="{A213248B-CEE5-45D9-A662-78C5B463CB3A}" destId="{49EDC6D0-4773-4118-AC6F-F1ED66A2A182}" srcOrd="0" destOrd="0" presId="urn:microsoft.com/office/officeart/2018/2/layout/IconVerticalSolidList"/>
    <dgm:cxn modelId="{B011F5CF-C4E5-4BAF-A71E-F4C3C3FA1261}" type="presOf" srcId="{BC90D8C0-AC5D-4C00-834F-1DD8481E59AA}" destId="{8D018625-9A10-488E-942D-D472B626791A}" srcOrd="0" destOrd="0" presId="urn:microsoft.com/office/officeart/2018/2/layout/IconVerticalSolidList"/>
    <dgm:cxn modelId="{C7C4C041-6C63-4A7C-B090-435EF3F9B739}" type="presParOf" srcId="{8D018625-9A10-488E-942D-D472B626791A}" destId="{6F2D946D-D620-4C2A-93F3-DDE817E3E88A}" srcOrd="0" destOrd="0" presId="urn:microsoft.com/office/officeart/2018/2/layout/IconVerticalSolidList"/>
    <dgm:cxn modelId="{A9F2E86F-AECB-44B8-8C2D-D266132EB937}" type="presParOf" srcId="{6F2D946D-D620-4C2A-93F3-DDE817E3E88A}" destId="{E2E674B5-5235-4DB5-984C-B2C3B7242D8F}" srcOrd="0" destOrd="0" presId="urn:microsoft.com/office/officeart/2018/2/layout/IconVerticalSolidList"/>
    <dgm:cxn modelId="{CE0A86F4-AA7F-40DA-A0E6-7B35D590340C}" type="presParOf" srcId="{6F2D946D-D620-4C2A-93F3-DDE817E3E88A}" destId="{AAF336F8-8CEE-4ED8-B6BD-626F384CD6A4}" srcOrd="1" destOrd="0" presId="urn:microsoft.com/office/officeart/2018/2/layout/IconVerticalSolidList"/>
    <dgm:cxn modelId="{65A84133-BF8C-408A-B191-29ED93564892}" type="presParOf" srcId="{6F2D946D-D620-4C2A-93F3-DDE817E3E88A}" destId="{F9819B1D-E518-4623-8071-E808DEA962D4}" srcOrd="2" destOrd="0" presId="urn:microsoft.com/office/officeart/2018/2/layout/IconVerticalSolidList"/>
    <dgm:cxn modelId="{98A01ADB-78BF-429B-A49E-94A722B2B2A3}" type="presParOf" srcId="{6F2D946D-D620-4C2A-93F3-DDE817E3E88A}" destId="{64041864-DD39-4D89-8D40-04916D717219}" srcOrd="3" destOrd="0" presId="urn:microsoft.com/office/officeart/2018/2/layout/IconVerticalSolidList"/>
    <dgm:cxn modelId="{A86F388B-6CA2-4A10-9B32-5957CC313AAA}" type="presParOf" srcId="{8D018625-9A10-488E-942D-D472B626791A}" destId="{A834BA8D-A87C-4C76-8E15-89717D947EF1}" srcOrd="1" destOrd="0" presId="urn:microsoft.com/office/officeart/2018/2/layout/IconVerticalSolidList"/>
    <dgm:cxn modelId="{6B325708-D863-47BC-88AC-6BD188AACAC7}" type="presParOf" srcId="{8D018625-9A10-488E-942D-D472B626791A}" destId="{E19E64B9-AADD-4881-8684-23B791654208}" srcOrd="2" destOrd="0" presId="urn:microsoft.com/office/officeart/2018/2/layout/IconVerticalSolidList"/>
    <dgm:cxn modelId="{251F6C86-F74D-489C-B712-64DDD97FD697}" type="presParOf" srcId="{E19E64B9-AADD-4881-8684-23B791654208}" destId="{9D995390-164C-4163-B1B1-CBD7D450011A}" srcOrd="0" destOrd="0" presId="urn:microsoft.com/office/officeart/2018/2/layout/IconVerticalSolidList"/>
    <dgm:cxn modelId="{6751AFDC-86B3-4F67-931A-569C611C87CA}" type="presParOf" srcId="{E19E64B9-AADD-4881-8684-23B791654208}" destId="{F003E417-82F5-45B7-84DE-A9139DD5EEA6}" srcOrd="1" destOrd="0" presId="urn:microsoft.com/office/officeart/2018/2/layout/IconVerticalSolidList"/>
    <dgm:cxn modelId="{E7003021-D7A2-4768-A29C-AEA7925D552E}" type="presParOf" srcId="{E19E64B9-AADD-4881-8684-23B791654208}" destId="{C04A822F-7152-42ED-A8D1-6E45FEDDB603}" srcOrd="2" destOrd="0" presId="urn:microsoft.com/office/officeart/2018/2/layout/IconVerticalSolidList"/>
    <dgm:cxn modelId="{25BEF3FE-09BA-438A-BB1E-7941D2245B78}" type="presParOf" srcId="{E19E64B9-AADD-4881-8684-23B791654208}" destId="{F0C0C4C7-4795-42EE-B7F8-269D4580E07B}" srcOrd="3" destOrd="0" presId="urn:microsoft.com/office/officeart/2018/2/layout/IconVerticalSolidList"/>
    <dgm:cxn modelId="{7E6C260F-F294-4BC7-A2F4-F154B2AFBFB5}" type="presParOf" srcId="{8D018625-9A10-488E-942D-D472B626791A}" destId="{D3F02DA7-1947-44AF-BF2A-47FFFAE951AF}" srcOrd="3" destOrd="0" presId="urn:microsoft.com/office/officeart/2018/2/layout/IconVerticalSolidList"/>
    <dgm:cxn modelId="{D439B9C8-15CF-4719-B326-00D2EB530D9A}" type="presParOf" srcId="{8D018625-9A10-488E-942D-D472B626791A}" destId="{8EB1A8C9-4751-41C7-A1DC-D6FE5CC7586F}" srcOrd="4" destOrd="0" presId="urn:microsoft.com/office/officeart/2018/2/layout/IconVerticalSolidList"/>
    <dgm:cxn modelId="{91821659-8E64-41B4-A78B-824D1FA48F3F}" type="presParOf" srcId="{8EB1A8C9-4751-41C7-A1DC-D6FE5CC7586F}" destId="{120B697C-F979-4C2C-A7F3-C261C4C6C2CA}" srcOrd="0" destOrd="0" presId="urn:microsoft.com/office/officeart/2018/2/layout/IconVerticalSolidList"/>
    <dgm:cxn modelId="{9444AE49-86D0-4C65-93BF-666AD4FD2DAD}" type="presParOf" srcId="{8EB1A8C9-4751-41C7-A1DC-D6FE5CC7586F}" destId="{C41284F1-7A8F-4272-99A1-DEF18574F717}" srcOrd="1" destOrd="0" presId="urn:microsoft.com/office/officeart/2018/2/layout/IconVerticalSolidList"/>
    <dgm:cxn modelId="{CE6A1E8B-D8D3-4245-B35A-9CF309185744}" type="presParOf" srcId="{8EB1A8C9-4751-41C7-A1DC-D6FE5CC7586F}" destId="{32F56BFA-D11F-44F2-ADF2-4DCAC6551BE0}" srcOrd="2" destOrd="0" presId="urn:microsoft.com/office/officeart/2018/2/layout/IconVerticalSolidList"/>
    <dgm:cxn modelId="{4846BE18-5034-43E8-B214-6600029C01FD}" type="presParOf" srcId="{8EB1A8C9-4751-41C7-A1DC-D6FE5CC7586F}" destId="{49EDC6D0-4773-4118-AC6F-F1ED66A2A1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FB404F-BCF1-4ACC-ABB5-11251AEF19DF}" type="doc">
      <dgm:prSet loTypeId="urn:microsoft.com/office/officeart/2018/5/layout/IconLeafLabelList" loCatId="icon" qsTypeId="urn:microsoft.com/office/officeart/2005/8/quickstyle/simple5" qsCatId="simple" csTypeId="urn:microsoft.com/office/officeart/2018/5/colors/Iconchunking_coloredtext_colorful2" csCatId="colorful" phldr="1"/>
      <dgm:spPr/>
      <dgm:t>
        <a:bodyPr/>
        <a:lstStyle/>
        <a:p>
          <a:endParaRPr lang="en-US"/>
        </a:p>
      </dgm:t>
    </dgm:pt>
    <dgm:pt modelId="{71D562B4-4702-4CFD-8115-BB6F7440AA0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Game Interface Design: </a:t>
          </a:r>
          <a:r>
            <a:rPr lang="en-US"/>
            <a:t>The visual layout features a dynamic game screen with intuitive paddle designs and ball representation.</a:t>
          </a:r>
        </a:p>
      </dgm:t>
    </dgm:pt>
    <dgm:pt modelId="{574B1B61-9D64-40A0-8164-0893F16125CD}" type="parTrans" cxnId="{79C70CEA-E7C2-431B-B2C1-383A3FCA9CC3}">
      <dgm:prSet/>
      <dgm:spPr/>
      <dgm:t>
        <a:bodyPr/>
        <a:lstStyle/>
        <a:p>
          <a:endParaRPr lang="en-US"/>
        </a:p>
      </dgm:t>
    </dgm:pt>
    <dgm:pt modelId="{096CB137-170C-4C8E-9074-9FCB9B4A1DA9}" type="sibTrans" cxnId="{79C70CEA-E7C2-431B-B2C1-383A3FCA9CC3}">
      <dgm:prSet/>
      <dgm:spPr/>
      <dgm:t>
        <a:bodyPr/>
        <a:lstStyle/>
        <a:p>
          <a:endParaRPr lang="en-US"/>
        </a:p>
      </dgm:t>
    </dgm:pt>
    <dgm:pt modelId="{0141E517-A0F4-4992-8B34-DA10157DC9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Paddle Functionality: </a:t>
          </a:r>
          <a:r>
            <a:rPr lang="en-US"/>
            <a:t>Paddles are designed for responsive control, allowing players to impact ball movement accurately during gameplay.</a:t>
          </a:r>
        </a:p>
      </dgm:t>
    </dgm:pt>
    <dgm:pt modelId="{77F7FF1D-2574-4912-A79B-6297023E4433}" type="parTrans" cxnId="{A33F36E3-845E-4006-9D1D-A48EB2EDACEF}">
      <dgm:prSet/>
      <dgm:spPr/>
      <dgm:t>
        <a:bodyPr/>
        <a:lstStyle/>
        <a:p>
          <a:endParaRPr lang="en-US"/>
        </a:p>
      </dgm:t>
    </dgm:pt>
    <dgm:pt modelId="{D5B82726-0801-4454-AD43-C42C66221D83}" type="sibTrans" cxnId="{A33F36E3-845E-4006-9D1D-A48EB2EDACEF}">
      <dgm:prSet/>
      <dgm:spPr/>
      <dgm:t>
        <a:bodyPr/>
        <a:lstStyle/>
        <a:p>
          <a:endParaRPr lang="en-US"/>
        </a:p>
      </dgm:t>
    </dgm:pt>
    <dgm:pt modelId="{67E0853D-4EA7-4757-828D-F1459F652A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Visual Feedback: </a:t>
          </a:r>
          <a:r>
            <a:rPr lang="en-US"/>
            <a:t>Aesthetically appealing graphics enhance user engagement, contributing to improved learning and interactive experiences.</a:t>
          </a:r>
        </a:p>
      </dgm:t>
    </dgm:pt>
    <dgm:pt modelId="{9D41A63C-B475-4C14-BEA0-29BC295C3DD4}" type="parTrans" cxnId="{BFDA9D2C-0BEB-4E6A-B48A-3432CAB9C87B}">
      <dgm:prSet/>
      <dgm:spPr/>
      <dgm:t>
        <a:bodyPr/>
        <a:lstStyle/>
        <a:p>
          <a:endParaRPr lang="en-US"/>
        </a:p>
      </dgm:t>
    </dgm:pt>
    <dgm:pt modelId="{752C0B7A-B1A8-4FB9-9026-8AE705C8485E}" type="sibTrans" cxnId="{BFDA9D2C-0BEB-4E6A-B48A-3432CAB9C87B}">
      <dgm:prSet/>
      <dgm:spPr/>
      <dgm:t>
        <a:bodyPr/>
        <a:lstStyle/>
        <a:p>
          <a:endParaRPr lang="en-US"/>
        </a:p>
      </dgm:t>
    </dgm:pt>
    <dgm:pt modelId="{210F506A-1AB4-42E1-A8B3-06E2D0D59FCB}" type="pres">
      <dgm:prSet presAssocID="{2FFB404F-BCF1-4ACC-ABB5-11251AEF19DF}" presName="root" presStyleCnt="0">
        <dgm:presLayoutVars>
          <dgm:dir/>
          <dgm:resizeHandles val="exact"/>
        </dgm:presLayoutVars>
      </dgm:prSet>
      <dgm:spPr/>
    </dgm:pt>
    <dgm:pt modelId="{40CA7480-2408-48AA-83CE-3B99F8EB2355}" type="pres">
      <dgm:prSet presAssocID="{71D562B4-4702-4CFD-8115-BB6F7440AA06}" presName="compNode" presStyleCnt="0"/>
      <dgm:spPr/>
    </dgm:pt>
    <dgm:pt modelId="{30C82D5E-3705-4593-82CF-0AE8BAA89CA0}" type="pres">
      <dgm:prSet presAssocID="{71D562B4-4702-4CFD-8115-BB6F7440AA0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8AE78AE-A71F-4B5A-B5FF-2C7854FA06F2}" type="pres">
      <dgm:prSet presAssocID="{71D562B4-4702-4CFD-8115-BB6F7440AA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C9B15F04-000C-4787-B65B-3BD5713DD21F}" type="pres">
      <dgm:prSet presAssocID="{71D562B4-4702-4CFD-8115-BB6F7440AA06}" presName="spaceRect" presStyleCnt="0"/>
      <dgm:spPr/>
    </dgm:pt>
    <dgm:pt modelId="{C79B663A-8E6F-4EBF-8305-C9B4855924AB}" type="pres">
      <dgm:prSet presAssocID="{71D562B4-4702-4CFD-8115-BB6F7440AA06}" presName="textRect" presStyleLbl="revTx" presStyleIdx="0" presStyleCnt="3">
        <dgm:presLayoutVars>
          <dgm:chMax val="1"/>
          <dgm:chPref val="1"/>
        </dgm:presLayoutVars>
      </dgm:prSet>
      <dgm:spPr/>
    </dgm:pt>
    <dgm:pt modelId="{579F601B-AC20-4821-AF6D-CE9A4D9C8005}" type="pres">
      <dgm:prSet presAssocID="{096CB137-170C-4C8E-9074-9FCB9B4A1DA9}" presName="sibTrans" presStyleCnt="0"/>
      <dgm:spPr/>
    </dgm:pt>
    <dgm:pt modelId="{F044EA51-3279-4E2C-8C5C-69FF0B6E2CCB}" type="pres">
      <dgm:prSet presAssocID="{0141E517-A0F4-4992-8B34-DA10157DC98A}" presName="compNode" presStyleCnt="0"/>
      <dgm:spPr/>
    </dgm:pt>
    <dgm:pt modelId="{8231D71F-E340-4E42-86DD-5049F4180930}" type="pres">
      <dgm:prSet presAssocID="{0141E517-A0F4-4992-8B34-DA10157DC98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AD52258-BEF1-453B-B859-09B63E5405CF}" type="pres">
      <dgm:prSet presAssocID="{0141E517-A0F4-4992-8B34-DA10157DC9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yak"/>
        </a:ext>
      </dgm:extLst>
    </dgm:pt>
    <dgm:pt modelId="{79374038-4F46-4B72-AAF7-AF58A21B9F38}" type="pres">
      <dgm:prSet presAssocID="{0141E517-A0F4-4992-8B34-DA10157DC98A}" presName="spaceRect" presStyleCnt="0"/>
      <dgm:spPr/>
    </dgm:pt>
    <dgm:pt modelId="{7CB648D8-6D72-4B04-A1AE-B69A74D57E31}" type="pres">
      <dgm:prSet presAssocID="{0141E517-A0F4-4992-8B34-DA10157DC98A}" presName="textRect" presStyleLbl="revTx" presStyleIdx="1" presStyleCnt="3">
        <dgm:presLayoutVars>
          <dgm:chMax val="1"/>
          <dgm:chPref val="1"/>
        </dgm:presLayoutVars>
      </dgm:prSet>
      <dgm:spPr/>
    </dgm:pt>
    <dgm:pt modelId="{7A105F8E-FBF9-4066-8915-EF0FCDAD4D2D}" type="pres">
      <dgm:prSet presAssocID="{D5B82726-0801-4454-AD43-C42C66221D83}" presName="sibTrans" presStyleCnt="0"/>
      <dgm:spPr/>
    </dgm:pt>
    <dgm:pt modelId="{0902B4EA-ED1D-42BA-80A0-2D18A231D018}" type="pres">
      <dgm:prSet presAssocID="{67E0853D-4EA7-4757-828D-F1459F652A79}" presName="compNode" presStyleCnt="0"/>
      <dgm:spPr/>
    </dgm:pt>
    <dgm:pt modelId="{8DC617BA-BDA3-441C-B516-42D0C1F56A7B}" type="pres">
      <dgm:prSet presAssocID="{67E0853D-4EA7-4757-828D-F1459F652A7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F66278F-145E-4AE2-BCA9-7F768CF9B5D8}" type="pres">
      <dgm:prSet presAssocID="{67E0853D-4EA7-4757-828D-F1459F652A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AB99E0C-9C81-4223-B6A0-37CB12168E83}" type="pres">
      <dgm:prSet presAssocID="{67E0853D-4EA7-4757-828D-F1459F652A79}" presName="spaceRect" presStyleCnt="0"/>
      <dgm:spPr/>
    </dgm:pt>
    <dgm:pt modelId="{5B277569-5F4A-4500-9A0A-3BEF49183373}" type="pres">
      <dgm:prSet presAssocID="{67E0853D-4EA7-4757-828D-F1459F652A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DA9D2C-0BEB-4E6A-B48A-3432CAB9C87B}" srcId="{2FFB404F-BCF1-4ACC-ABB5-11251AEF19DF}" destId="{67E0853D-4EA7-4757-828D-F1459F652A79}" srcOrd="2" destOrd="0" parTransId="{9D41A63C-B475-4C14-BEA0-29BC295C3DD4}" sibTransId="{752C0B7A-B1A8-4FB9-9026-8AE705C8485E}"/>
    <dgm:cxn modelId="{C6009B33-9A72-4E22-A90C-0276E6382EC2}" type="presOf" srcId="{2FFB404F-BCF1-4ACC-ABB5-11251AEF19DF}" destId="{210F506A-1AB4-42E1-A8B3-06E2D0D59FCB}" srcOrd="0" destOrd="0" presId="urn:microsoft.com/office/officeart/2018/5/layout/IconLeafLabelList"/>
    <dgm:cxn modelId="{E95FF6A6-159A-4CCA-8517-928A4B5A8406}" type="presOf" srcId="{67E0853D-4EA7-4757-828D-F1459F652A79}" destId="{5B277569-5F4A-4500-9A0A-3BEF49183373}" srcOrd="0" destOrd="0" presId="urn:microsoft.com/office/officeart/2018/5/layout/IconLeafLabelList"/>
    <dgm:cxn modelId="{439EB2B7-765F-477F-A997-55E897B5E72F}" type="presOf" srcId="{0141E517-A0F4-4992-8B34-DA10157DC98A}" destId="{7CB648D8-6D72-4B04-A1AE-B69A74D57E31}" srcOrd="0" destOrd="0" presId="urn:microsoft.com/office/officeart/2018/5/layout/IconLeafLabelList"/>
    <dgm:cxn modelId="{6DD5C9D0-24C1-413C-BE0E-302F191BE28A}" type="presOf" srcId="{71D562B4-4702-4CFD-8115-BB6F7440AA06}" destId="{C79B663A-8E6F-4EBF-8305-C9B4855924AB}" srcOrd="0" destOrd="0" presId="urn:microsoft.com/office/officeart/2018/5/layout/IconLeafLabelList"/>
    <dgm:cxn modelId="{A33F36E3-845E-4006-9D1D-A48EB2EDACEF}" srcId="{2FFB404F-BCF1-4ACC-ABB5-11251AEF19DF}" destId="{0141E517-A0F4-4992-8B34-DA10157DC98A}" srcOrd="1" destOrd="0" parTransId="{77F7FF1D-2574-4912-A79B-6297023E4433}" sibTransId="{D5B82726-0801-4454-AD43-C42C66221D83}"/>
    <dgm:cxn modelId="{79C70CEA-E7C2-431B-B2C1-383A3FCA9CC3}" srcId="{2FFB404F-BCF1-4ACC-ABB5-11251AEF19DF}" destId="{71D562B4-4702-4CFD-8115-BB6F7440AA06}" srcOrd="0" destOrd="0" parTransId="{574B1B61-9D64-40A0-8164-0893F16125CD}" sibTransId="{096CB137-170C-4C8E-9074-9FCB9B4A1DA9}"/>
    <dgm:cxn modelId="{D73B9EBC-8B6E-4C5D-9D64-1D4B0BD7F42A}" type="presParOf" srcId="{210F506A-1AB4-42E1-A8B3-06E2D0D59FCB}" destId="{40CA7480-2408-48AA-83CE-3B99F8EB2355}" srcOrd="0" destOrd="0" presId="urn:microsoft.com/office/officeart/2018/5/layout/IconLeafLabelList"/>
    <dgm:cxn modelId="{F4359E47-53AD-4F0D-8ED8-5004E28118B0}" type="presParOf" srcId="{40CA7480-2408-48AA-83CE-3B99F8EB2355}" destId="{30C82D5E-3705-4593-82CF-0AE8BAA89CA0}" srcOrd="0" destOrd="0" presId="urn:microsoft.com/office/officeart/2018/5/layout/IconLeafLabelList"/>
    <dgm:cxn modelId="{07D01196-4437-4F24-A405-821C4C794917}" type="presParOf" srcId="{40CA7480-2408-48AA-83CE-3B99F8EB2355}" destId="{78AE78AE-A71F-4B5A-B5FF-2C7854FA06F2}" srcOrd="1" destOrd="0" presId="urn:microsoft.com/office/officeart/2018/5/layout/IconLeafLabelList"/>
    <dgm:cxn modelId="{61E5F67D-6D9A-4AB9-B628-CEAF1EB452F1}" type="presParOf" srcId="{40CA7480-2408-48AA-83CE-3B99F8EB2355}" destId="{C9B15F04-000C-4787-B65B-3BD5713DD21F}" srcOrd="2" destOrd="0" presId="urn:microsoft.com/office/officeart/2018/5/layout/IconLeafLabelList"/>
    <dgm:cxn modelId="{B67CE2A1-95E9-42CA-A936-B459BD5464F4}" type="presParOf" srcId="{40CA7480-2408-48AA-83CE-3B99F8EB2355}" destId="{C79B663A-8E6F-4EBF-8305-C9B4855924AB}" srcOrd="3" destOrd="0" presId="urn:microsoft.com/office/officeart/2018/5/layout/IconLeafLabelList"/>
    <dgm:cxn modelId="{24485B9F-E5E3-4429-8764-3C5C7022D79F}" type="presParOf" srcId="{210F506A-1AB4-42E1-A8B3-06E2D0D59FCB}" destId="{579F601B-AC20-4821-AF6D-CE9A4D9C8005}" srcOrd="1" destOrd="0" presId="urn:microsoft.com/office/officeart/2018/5/layout/IconLeafLabelList"/>
    <dgm:cxn modelId="{2CA0AA20-A64A-4BB0-BA84-094CD8F63A0A}" type="presParOf" srcId="{210F506A-1AB4-42E1-A8B3-06E2D0D59FCB}" destId="{F044EA51-3279-4E2C-8C5C-69FF0B6E2CCB}" srcOrd="2" destOrd="0" presId="urn:microsoft.com/office/officeart/2018/5/layout/IconLeafLabelList"/>
    <dgm:cxn modelId="{37D421A6-1E1C-4179-A055-122C069C29E6}" type="presParOf" srcId="{F044EA51-3279-4E2C-8C5C-69FF0B6E2CCB}" destId="{8231D71F-E340-4E42-86DD-5049F4180930}" srcOrd="0" destOrd="0" presId="urn:microsoft.com/office/officeart/2018/5/layout/IconLeafLabelList"/>
    <dgm:cxn modelId="{C4DDF80D-9235-46B6-AE40-2D7DCC8B85E9}" type="presParOf" srcId="{F044EA51-3279-4E2C-8C5C-69FF0B6E2CCB}" destId="{BAD52258-BEF1-453B-B859-09B63E5405CF}" srcOrd="1" destOrd="0" presId="urn:microsoft.com/office/officeart/2018/5/layout/IconLeafLabelList"/>
    <dgm:cxn modelId="{57432889-1E46-4C7E-B1C3-0B03825274F3}" type="presParOf" srcId="{F044EA51-3279-4E2C-8C5C-69FF0B6E2CCB}" destId="{79374038-4F46-4B72-AAF7-AF58A21B9F38}" srcOrd="2" destOrd="0" presId="urn:microsoft.com/office/officeart/2018/5/layout/IconLeafLabelList"/>
    <dgm:cxn modelId="{F4B9943B-5663-4999-88EF-345468E8BA97}" type="presParOf" srcId="{F044EA51-3279-4E2C-8C5C-69FF0B6E2CCB}" destId="{7CB648D8-6D72-4B04-A1AE-B69A74D57E31}" srcOrd="3" destOrd="0" presId="urn:microsoft.com/office/officeart/2018/5/layout/IconLeafLabelList"/>
    <dgm:cxn modelId="{826DF9AD-B5FD-4BB3-A478-F4F519B1FF0B}" type="presParOf" srcId="{210F506A-1AB4-42E1-A8B3-06E2D0D59FCB}" destId="{7A105F8E-FBF9-4066-8915-EF0FCDAD4D2D}" srcOrd="3" destOrd="0" presId="urn:microsoft.com/office/officeart/2018/5/layout/IconLeafLabelList"/>
    <dgm:cxn modelId="{DDBC0186-9408-4D80-8882-7D6DE0AD8096}" type="presParOf" srcId="{210F506A-1AB4-42E1-A8B3-06E2D0D59FCB}" destId="{0902B4EA-ED1D-42BA-80A0-2D18A231D018}" srcOrd="4" destOrd="0" presId="urn:microsoft.com/office/officeart/2018/5/layout/IconLeafLabelList"/>
    <dgm:cxn modelId="{29334A73-B545-491E-8C56-7D2CCC7B90F7}" type="presParOf" srcId="{0902B4EA-ED1D-42BA-80A0-2D18A231D018}" destId="{8DC617BA-BDA3-441C-B516-42D0C1F56A7B}" srcOrd="0" destOrd="0" presId="urn:microsoft.com/office/officeart/2018/5/layout/IconLeafLabelList"/>
    <dgm:cxn modelId="{EE54CC86-28E1-4E9D-ABCF-E836FA90A00A}" type="presParOf" srcId="{0902B4EA-ED1D-42BA-80A0-2D18A231D018}" destId="{FF66278F-145E-4AE2-BCA9-7F768CF9B5D8}" srcOrd="1" destOrd="0" presId="urn:microsoft.com/office/officeart/2018/5/layout/IconLeafLabelList"/>
    <dgm:cxn modelId="{EB4A9611-6D3B-46B0-81C3-B8116D8C0CD5}" type="presParOf" srcId="{0902B4EA-ED1D-42BA-80A0-2D18A231D018}" destId="{2AB99E0C-9C81-4223-B6A0-37CB12168E83}" srcOrd="2" destOrd="0" presId="urn:microsoft.com/office/officeart/2018/5/layout/IconLeafLabelList"/>
    <dgm:cxn modelId="{CF1784C0-D8F8-41DC-A295-A5118285178E}" type="presParOf" srcId="{0902B4EA-ED1D-42BA-80A0-2D18A231D018}" destId="{5B277569-5F4A-4500-9A0A-3BEF4918337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63836EF-80F1-4C00-9DB0-69F43D33B48C}" type="doc">
      <dgm:prSet loTypeId="urn:microsoft.com/office/officeart/2018/2/layout/IconVerticalSolidList" loCatId="icon" qsTypeId="urn:microsoft.com/office/officeart/2009/2/quickstyle/3d8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7BD668-D500-4754-A984-DA3A9414DD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Ball Movement Logic: </a:t>
          </a:r>
          <a:r>
            <a:rPr lang="en-US"/>
            <a:t>The ball's trajectory follows a constant velocity model with reflection based on collision angles.</a:t>
          </a:r>
        </a:p>
      </dgm:t>
    </dgm:pt>
    <dgm:pt modelId="{CE44DB76-A228-4097-AE7C-4C117B5C6FEA}" type="parTrans" cxnId="{C595D8EF-CE93-497D-A9BA-19665E30AF71}">
      <dgm:prSet/>
      <dgm:spPr/>
      <dgm:t>
        <a:bodyPr/>
        <a:lstStyle/>
        <a:p>
          <a:endParaRPr lang="en-US"/>
        </a:p>
      </dgm:t>
    </dgm:pt>
    <dgm:pt modelId="{91F531AE-D0D0-45BD-82D9-616FB63F17F1}" type="sibTrans" cxnId="{C595D8EF-CE93-497D-A9BA-19665E30AF71}">
      <dgm:prSet/>
      <dgm:spPr/>
      <dgm:t>
        <a:bodyPr/>
        <a:lstStyle/>
        <a:p>
          <a:endParaRPr lang="en-US"/>
        </a:p>
      </dgm:t>
    </dgm:pt>
    <dgm:pt modelId="{EF1A470D-8EB1-4532-BEAC-600321CA3C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Paddle Control Mechanics: </a:t>
          </a:r>
          <a:r>
            <a:rPr lang="en-US"/>
            <a:t>Paddle movements are controlled through user input, enabling precise impact on the ball's direction.</a:t>
          </a:r>
        </a:p>
      </dgm:t>
    </dgm:pt>
    <dgm:pt modelId="{FF99AD6B-6862-44A3-B8E0-A76C4CAEC763}" type="parTrans" cxnId="{D1DDBCE2-56AE-40BF-829E-7A4740A8EC90}">
      <dgm:prSet/>
      <dgm:spPr/>
      <dgm:t>
        <a:bodyPr/>
        <a:lstStyle/>
        <a:p>
          <a:endParaRPr lang="en-US"/>
        </a:p>
      </dgm:t>
    </dgm:pt>
    <dgm:pt modelId="{30C554FC-40EC-4699-8F39-E084AEC673F2}" type="sibTrans" cxnId="{D1DDBCE2-56AE-40BF-829E-7A4740A8EC90}">
      <dgm:prSet/>
      <dgm:spPr/>
      <dgm:t>
        <a:bodyPr/>
        <a:lstStyle/>
        <a:p>
          <a:endParaRPr lang="en-US"/>
        </a:p>
      </dgm:t>
    </dgm:pt>
    <dgm:pt modelId="{AB4D9FC9-83A5-45E1-BF4F-4218B9567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Collision Detection: </a:t>
          </a:r>
          <a:r>
            <a:rPr lang="en-US"/>
            <a:t>An iterative algorithm checks for overlaps, determining collision events and adjusting object trajectories accordingly.</a:t>
          </a:r>
        </a:p>
      </dgm:t>
    </dgm:pt>
    <dgm:pt modelId="{5D91A4D0-784A-46A6-9F3A-A114CD10B480}" type="parTrans" cxnId="{5CF93C13-B035-4C64-ACC1-8D75EEF26790}">
      <dgm:prSet/>
      <dgm:spPr/>
      <dgm:t>
        <a:bodyPr/>
        <a:lstStyle/>
        <a:p>
          <a:endParaRPr lang="en-US"/>
        </a:p>
      </dgm:t>
    </dgm:pt>
    <dgm:pt modelId="{AA0B388B-095A-4625-B6F5-3F6A394D9E78}" type="sibTrans" cxnId="{5CF93C13-B035-4C64-ACC1-8D75EEF26790}">
      <dgm:prSet/>
      <dgm:spPr/>
      <dgm:t>
        <a:bodyPr/>
        <a:lstStyle/>
        <a:p>
          <a:endParaRPr lang="en-US"/>
        </a:p>
      </dgm:t>
    </dgm:pt>
    <dgm:pt modelId="{57DBFB27-1D32-4FB4-BA97-35CE0AB917F5}" type="pres">
      <dgm:prSet presAssocID="{063836EF-80F1-4C00-9DB0-69F43D33B48C}" presName="root" presStyleCnt="0">
        <dgm:presLayoutVars>
          <dgm:dir/>
          <dgm:resizeHandles val="exact"/>
        </dgm:presLayoutVars>
      </dgm:prSet>
      <dgm:spPr/>
    </dgm:pt>
    <dgm:pt modelId="{784BEF18-9A5A-44ED-AE4C-905B84BB91D4}" type="pres">
      <dgm:prSet presAssocID="{267BD668-D500-4754-A984-DA3A9414DDCD}" presName="compNode" presStyleCnt="0"/>
      <dgm:spPr/>
    </dgm:pt>
    <dgm:pt modelId="{67519B30-C179-4924-AC71-727606DB8E53}" type="pres">
      <dgm:prSet presAssocID="{267BD668-D500-4754-A984-DA3A9414DDCD}" presName="bgRect" presStyleLbl="bgShp" presStyleIdx="0" presStyleCnt="3"/>
      <dgm:spPr/>
    </dgm:pt>
    <dgm:pt modelId="{9631BA7E-8B94-46C5-9BEF-3D1B204CE965}" type="pres">
      <dgm:prSet presAssocID="{267BD668-D500-4754-A984-DA3A9414DD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1B4324AB-9141-410F-A9B8-DF42A2F28950}" type="pres">
      <dgm:prSet presAssocID="{267BD668-D500-4754-A984-DA3A9414DDCD}" presName="spaceRect" presStyleCnt="0"/>
      <dgm:spPr/>
    </dgm:pt>
    <dgm:pt modelId="{07C6DEE8-5845-4524-A231-AE2E75742F89}" type="pres">
      <dgm:prSet presAssocID="{267BD668-D500-4754-A984-DA3A9414DDCD}" presName="parTx" presStyleLbl="revTx" presStyleIdx="0" presStyleCnt="3">
        <dgm:presLayoutVars>
          <dgm:chMax val="0"/>
          <dgm:chPref val="0"/>
        </dgm:presLayoutVars>
      </dgm:prSet>
      <dgm:spPr/>
    </dgm:pt>
    <dgm:pt modelId="{3FE04FCD-B018-435B-BF6B-EC7395B97D26}" type="pres">
      <dgm:prSet presAssocID="{91F531AE-D0D0-45BD-82D9-616FB63F17F1}" presName="sibTrans" presStyleCnt="0"/>
      <dgm:spPr/>
    </dgm:pt>
    <dgm:pt modelId="{5B467E49-4253-4243-96D8-77DA1B715865}" type="pres">
      <dgm:prSet presAssocID="{EF1A470D-8EB1-4532-BEAC-600321CA3CB4}" presName="compNode" presStyleCnt="0"/>
      <dgm:spPr/>
    </dgm:pt>
    <dgm:pt modelId="{8F1F790C-B3B5-481E-BAD0-E6F863ADEE61}" type="pres">
      <dgm:prSet presAssocID="{EF1A470D-8EB1-4532-BEAC-600321CA3CB4}" presName="bgRect" presStyleLbl="bgShp" presStyleIdx="1" presStyleCnt="3"/>
      <dgm:spPr/>
    </dgm:pt>
    <dgm:pt modelId="{49A3D8BD-8C77-4F06-8B40-1E9D563E41CC}" type="pres">
      <dgm:prSet presAssocID="{EF1A470D-8EB1-4532-BEAC-600321CA3C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yak"/>
        </a:ext>
      </dgm:extLst>
    </dgm:pt>
    <dgm:pt modelId="{2FD32543-754C-4BF1-A3AE-314FEBF56225}" type="pres">
      <dgm:prSet presAssocID="{EF1A470D-8EB1-4532-BEAC-600321CA3CB4}" presName="spaceRect" presStyleCnt="0"/>
      <dgm:spPr/>
    </dgm:pt>
    <dgm:pt modelId="{E5F7417A-0B3D-46DB-979D-CB05995CAC9B}" type="pres">
      <dgm:prSet presAssocID="{EF1A470D-8EB1-4532-BEAC-600321CA3CB4}" presName="parTx" presStyleLbl="revTx" presStyleIdx="1" presStyleCnt="3">
        <dgm:presLayoutVars>
          <dgm:chMax val="0"/>
          <dgm:chPref val="0"/>
        </dgm:presLayoutVars>
      </dgm:prSet>
      <dgm:spPr/>
    </dgm:pt>
    <dgm:pt modelId="{A83D1970-BAE2-4B10-AA59-D818E6EBA39B}" type="pres">
      <dgm:prSet presAssocID="{30C554FC-40EC-4699-8F39-E084AEC673F2}" presName="sibTrans" presStyleCnt="0"/>
      <dgm:spPr/>
    </dgm:pt>
    <dgm:pt modelId="{F3B31770-1530-45F1-9668-2F494246FA74}" type="pres">
      <dgm:prSet presAssocID="{AB4D9FC9-83A5-45E1-BF4F-4218B95676C9}" presName="compNode" presStyleCnt="0"/>
      <dgm:spPr/>
    </dgm:pt>
    <dgm:pt modelId="{0556B578-188D-4C9C-8F86-8AD12F198882}" type="pres">
      <dgm:prSet presAssocID="{AB4D9FC9-83A5-45E1-BF4F-4218B95676C9}" presName="bgRect" presStyleLbl="bgShp" presStyleIdx="2" presStyleCnt="3"/>
      <dgm:spPr/>
    </dgm:pt>
    <dgm:pt modelId="{9BD100A7-9465-47AC-9BE8-BBB1885CA7A4}" type="pres">
      <dgm:prSet presAssocID="{AB4D9FC9-83A5-45E1-BF4F-4218B95676C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1FE4D7E-CAE5-48ED-9759-2BFACE37BA0B}" type="pres">
      <dgm:prSet presAssocID="{AB4D9FC9-83A5-45E1-BF4F-4218B95676C9}" presName="spaceRect" presStyleCnt="0"/>
      <dgm:spPr/>
    </dgm:pt>
    <dgm:pt modelId="{392A4857-B710-42B9-9088-7276987D572D}" type="pres">
      <dgm:prSet presAssocID="{AB4D9FC9-83A5-45E1-BF4F-4218B95676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BD4E0D-1613-47CA-8766-1995063561F8}" type="presOf" srcId="{EF1A470D-8EB1-4532-BEAC-600321CA3CB4}" destId="{E5F7417A-0B3D-46DB-979D-CB05995CAC9B}" srcOrd="0" destOrd="0" presId="urn:microsoft.com/office/officeart/2018/2/layout/IconVerticalSolidList"/>
    <dgm:cxn modelId="{5CF93C13-B035-4C64-ACC1-8D75EEF26790}" srcId="{063836EF-80F1-4C00-9DB0-69F43D33B48C}" destId="{AB4D9FC9-83A5-45E1-BF4F-4218B95676C9}" srcOrd="2" destOrd="0" parTransId="{5D91A4D0-784A-46A6-9F3A-A114CD10B480}" sibTransId="{AA0B388B-095A-4625-B6F5-3F6A394D9E78}"/>
    <dgm:cxn modelId="{259B0550-255C-42FE-A073-1DF10748AA93}" type="presOf" srcId="{267BD668-D500-4754-A984-DA3A9414DDCD}" destId="{07C6DEE8-5845-4524-A231-AE2E75742F89}" srcOrd="0" destOrd="0" presId="urn:microsoft.com/office/officeart/2018/2/layout/IconVerticalSolidList"/>
    <dgm:cxn modelId="{46C13C56-3EB1-41A4-A276-C36B4934C5A4}" type="presOf" srcId="{063836EF-80F1-4C00-9DB0-69F43D33B48C}" destId="{57DBFB27-1D32-4FB4-BA97-35CE0AB917F5}" srcOrd="0" destOrd="0" presId="urn:microsoft.com/office/officeart/2018/2/layout/IconVerticalSolidList"/>
    <dgm:cxn modelId="{21EEC1A5-F305-4231-B86F-E7427B9149EF}" type="presOf" srcId="{AB4D9FC9-83A5-45E1-BF4F-4218B95676C9}" destId="{392A4857-B710-42B9-9088-7276987D572D}" srcOrd="0" destOrd="0" presId="urn:microsoft.com/office/officeart/2018/2/layout/IconVerticalSolidList"/>
    <dgm:cxn modelId="{D1DDBCE2-56AE-40BF-829E-7A4740A8EC90}" srcId="{063836EF-80F1-4C00-9DB0-69F43D33B48C}" destId="{EF1A470D-8EB1-4532-BEAC-600321CA3CB4}" srcOrd="1" destOrd="0" parTransId="{FF99AD6B-6862-44A3-B8E0-A76C4CAEC763}" sibTransId="{30C554FC-40EC-4699-8F39-E084AEC673F2}"/>
    <dgm:cxn modelId="{C595D8EF-CE93-497D-A9BA-19665E30AF71}" srcId="{063836EF-80F1-4C00-9DB0-69F43D33B48C}" destId="{267BD668-D500-4754-A984-DA3A9414DDCD}" srcOrd="0" destOrd="0" parTransId="{CE44DB76-A228-4097-AE7C-4C117B5C6FEA}" sibTransId="{91F531AE-D0D0-45BD-82D9-616FB63F17F1}"/>
    <dgm:cxn modelId="{448246AF-57A0-4744-A051-C0791E6F8502}" type="presParOf" srcId="{57DBFB27-1D32-4FB4-BA97-35CE0AB917F5}" destId="{784BEF18-9A5A-44ED-AE4C-905B84BB91D4}" srcOrd="0" destOrd="0" presId="urn:microsoft.com/office/officeart/2018/2/layout/IconVerticalSolidList"/>
    <dgm:cxn modelId="{99001082-E64A-4D0E-A186-EBBF2AC5A165}" type="presParOf" srcId="{784BEF18-9A5A-44ED-AE4C-905B84BB91D4}" destId="{67519B30-C179-4924-AC71-727606DB8E53}" srcOrd="0" destOrd="0" presId="urn:microsoft.com/office/officeart/2018/2/layout/IconVerticalSolidList"/>
    <dgm:cxn modelId="{08D15DFA-C345-469D-9951-7506533D3469}" type="presParOf" srcId="{784BEF18-9A5A-44ED-AE4C-905B84BB91D4}" destId="{9631BA7E-8B94-46C5-9BEF-3D1B204CE965}" srcOrd="1" destOrd="0" presId="urn:microsoft.com/office/officeart/2018/2/layout/IconVerticalSolidList"/>
    <dgm:cxn modelId="{B44C2725-547B-40E0-BF57-9AECDFB7F3E5}" type="presParOf" srcId="{784BEF18-9A5A-44ED-AE4C-905B84BB91D4}" destId="{1B4324AB-9141-410F-A9B8-DF42A2F28950}" srcOrd="2" destOrd="0" presId="urn:microsoft.com/office/officeart/2018/2/layout/IconVerticalSolidList"/>
    <dgm:cxn modelId="{68D3C637-AF3D-4D74-AA46-54188FF5CE65}" type="presParOf" srcId="{784BEF18-9A5A-44ED-AE4C-905B84BB91D4}" destId="{07C6DEE8-5845-4524-A231-AE2E75742F89}" srcOrd="3" destOrd="0" presId="urn:microsoft.com/office/officeart/2018/2/layout/IconVerticalSolidList"/>
    <dgm:cxn modelId="{53FCCA1A-AA48-4B0F-8661-98AA96A1A1CB}" type="presParOf" srcId="{57DBFB27-1D32-4FB4-BA97-35CE0AB917F5}" destId="{3FE04FCD-B018-435B-BF6B-EC7395B97D26}" srcOrd="1" destOrd="0" presId="urn:microsoft.com/office/officeart/2018/2/layout/IconVerticalSolidList"/>
    <dgm:cxn modelId="{9A2F53FA-4B09-48CC-AB99-9544BC877E60}" type="presParOf" srcId="{57DBFB27-1D32-4FB4-BA97-35CE0AB917F5}" destId="{5B467E49-4253-4243-96D8-77DA1B715865}" srcOrd="2" destOrd="0" presId="urn:microsoft.com/office/officeart/2018/2/layout/IconVerticalSolidList"/>
    <dgm:cxn modelId="{70D76BF5-A2AB-485A-A8A8-788956B16745}" type="presParOf" srcId="{5B467E49-4253-4243-96D8-77DA1B715865}" destId="{8F1F790C-B3B5-481E-BAD0-E6F863ADEE61}" srcOrd="0" destOrd="0" presId="urn:microsoft.com/office/officeart/2018/2/layout/IconVerticalSolidList"/>
    <dgm:cxn modelId="{B45ED3BE-223F-4398-84D0-64EE65AE016E}" type="presParOf" srcId="{5B467E49-4253-4243-96D8-77DA1B715865}" destId="{49A3D8BD-8C77-4F06-8B40-1E9D563E41CC}" srcOrd="1" destOrd="0" presId="urn:microsoft.com/office/officeart/2018/2/layout/IconVerticalSolidList"/>
    <dgm:cxn modelId="{9CCE07E5-C64C-4432-A31D-8D86AE666C16}" type="presParOf" srcId="{5B467E49-4253-4243-96D8-77DA1B715865}" destId="{2FD32543-754C-4BF1-A3AE-314FEBF56225}" srcOrd="2" destOrd="0" presId="urn:microsoft.com/office/officeart/2018/2/layout/IconVerticalSolidList"/>
    <dgm:cxn modelId="{CB63408D-1B25-48C0-8DC8-7B547D0FB340}" type="presParOf" srcId="{5B467E49-4253-4243-96D8-77DA1B715865}" destId="{E5F7417A-0B3D-46DB-979D-CB05995CAC9B}" srcOrd="3" destOrd="0" presId="urn:microsoft.com/office/officeart/2018/2/layout/IconVerticalSolidList"/>
    <dgm:cxn modelId="{7516101A-E8DF-450A-ABD8-ECD02FAF3F42}" type="presParOf" srcId="{57DBFB27-1D32-4FB4-BA97-35CE0AB917F5}" destId="{A83D1970-BAE2-4B10-AA59-D818E6EBA39B}" srcOrd="3" destOrd="0" presId="urn:microsoft.com/office/officeart/2018/2/layout/IconVerticalSolidList"/>
    <dgm:cxn modelId="{23A6F812-8F0A-44B7-8ACD-7990876420D8}" type="presParOf" srcId="{57DBFB27-1D32-4FB4-BA97-35CE0AB917F5}" destId="{F3B31770-1530-45F1-9668-2F494246FA74}" srcOrd="4" destOrd="0" presId="urn:microsoft.com/office/officeart/2018/2/layout/IconVerticalSolidList"/>
    <dgm:cxn modelId="{FFFDB283-50C1-4DE7-B880-3D50354772CC}" type="presParOf" srcId="{F3B31770-1530-45F1-9668-2F494246FA74}" destId="{0556B578-188D-4C9C-8F86-8AD12F198882}" srcOrd="0" destOrd="0" presId="urn:microsoft.com/office/officeart/2018/2/layout/IconVerticalSolidList"/>
    <dgm:cxn modelId="{E389C8EE-CDBD-4817-BD5F-E276F82D0509}" type="presParOf" srcId="{F3B31770-1530-45F1-9668-2F494246FA74}" destId="{9BD100A7-9465-47AC-9BE8-BBB1885CA7A4}" srcOrd="1" destOrd="0" presId="urn:microsoft.com/office/officeart/2018/2/layout/IconVerticalSolidList"/>
    <dgm:cxn modelId="{0BC30816-6C2A-4F44-8603-D5A1F53CD900}" type="presParOf" srcId="{F3B31770-1530-45F1-9668-2F494246FA74}" destId="{C1FE4D7E-CAE5-48ED-9759-2BFACE37BA0B}" srcOrd="2" destOrd="0" presId="urn:microsoft.com/office/officeart/2018/2/layout/IconVerticalSolidList"/>
    <dgm:cxn modelId="{5ABD7C05-C3B6-4F8F-B1D8-783896795378}" type="presParOf" srcId="{F3B31770-1530-45F1-9668-2F494246FA74}" destId="{392A4857-B710-42B9-9088-7276987D57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0A9D57-408D-46F2-8B7F-A37D1FCC6FE4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B38D395-792D-4A46-964A-DB02BEB99BFB}">
      <dgm:prSet/>
      <dgm:spPr/>
      <dgm:t>
        <a:bodyPr/>
        <a:lstStyle/>
        <a:p>
          <a:r>
            <a:rPr lang="en-US" b="1"/>
            <a:t>Scoring Mechanism: </a:t>
          </a:r>
          <a:r>
            <a:rPr lang="en-US"/>
            <a:t>Points are awarded based on successful hits, recorded in a scoreboard for real-time tracking.</a:t>
          </a:r>
        </a:p>
      </dgm:t>
    </dgm:pt>
    <dgm:pt modelId="{BE4409EC-9BD3-4704-9393-E2259B47337B}" type="parTrans" cxnId="{8B89347E-1AF3-4595-A680-0DB88C4B3939}">
      <dgm:prSet/>
      <dgm:spPr/>
      <dgm:t>
        <a:bodyPr/>
        <a:lstStyle/>
        <a:p>
          <a:endParaRPr lang="en-US"/>
        </a:p>
      </dgm:t>
    </dgm:pt>
    <dgm:pt modelId="{8123B4FA-FFB2-472E-8D50-F75E141A5EA3}" type="sibTrans" cxnId="{8B89347E-1AF3-4595-A680-0DB88C4B3939}">
      <dgm:prSet/>
      <dgm:spPr/>
      <dgm:t>
        <a:bodyPr/>
        <a:lstStyle/>
        <a:p>
          <a:endParaRPr lang="en-US"/>
        </a:p>
      </dgm:t>
    </dgm:pt>
    <dgm:pt modelId="{96DF89A2-EA05-46DF-A439-AE2D15F1638E}">
      <dgm:prSet/>
      <dgm:spPr/>
      <dgm:t>
        <a:bodyPr/>
        <a:lstStyle/>
        <a:p>
          <a:r>
            <a:rPr lang="en-US" b="1"/>
            <a:t>Player Points Tracking: </a:t>
          </a:r>
          <a:r>
            <a:rPr lang="en-US"/>
            <a:t>Each player's score is incremented after every successful point, visible on the game interface.</a:t>
          </a:r>
        </a:p>
      </dgm:t>
    </dgm:pt>
    <dgm:pt modelId="{8CC91716-D14C-497C-A3E7-8F269615255F}" type="parTrans" cxnId="{E5395DF2-8568-435D-98FA-65464E92EA51}">
      <dgm:prSet/>
      <dgm:spPr/>
      <dgm:t>
        <a:bodyPr/>
        <a:lstStyle/>
        <a:p>
          <a:endParaRPr lang="en-US"/>
        </a:p>
      </dgm:t>
    </dgm:pt>
    <dgm:pt modelId="{C9070C1A-2C06-4540-AF57-E48853A125AC}" type="sibTrans" cxnId="{E5395DF2-8568-435D-98FA-65464E92EA51}">
      <dgm:prSet/>
      <dgm:spPr/>
      <dgm:t>
        <a:bodyPr/>
        <a:lstStyle/>
        <a:p>
          <a:endParaRPr lang="en-US"/>
        </a:p>
      </dgm:t>
    </dgm:pt>
    <dgm:pt modelId="{1B5834C1-1DF3-4D6D-90FE-F9011E2CADF8}">
      <dgm:prSet/>
      <dgm:spPr/>
      <dgm:t>
        <a:bodyPr/>
        <a:lstStyle/>
        <a:p>
          <a:r>
            <a:rPr lang="en-US" b="1"/>
            <a:t>Winning Criteria: </a:t>
          </a:r>
          <a:r>
            <a:rPr lang="en-US"/>
            <a:t>The winner is determined when a player achieves the target score, concluding the match decisively.</a:t>
          </a:r>
        </a:p>
      </dgm:t>
    </dgm:pt>
    <dgm:pt modelId="{8B7904FD-345F-4A45-A216-B14876F31C88}" type="parTrans" cxnId="{C64E86ED-DDAD-413F-8CB2-F3D3B8B07E5E}">
      <dgm:prSet/>
      <dgm:spPr/>
      <dgm:t>
        <a:bodyPr/>
        <a:lstStyle/>
        <a:p>
          <a:endParaRPr lang="en-US"/>
        </a:p>
      </dgm:t>
    </dgm:pt>
    <dgm:pt modelId="{5DC51785-C6D7-4C92-ADD7-AE25D54BFC6D}" type="sibTrans" cxnId="{C64E86ED-DDAD-413F-8CB2-F3D3B8B07E5E}">
      <dgm:prSet/>
      <dgm:spPr/>
      <dgm:t>
        <a:bodyPr/>
        <a:lstStyle/>
        <a:p>
          <a:endParaRPr lang="en-US"/>
        </a:p>
      </dgm:t>
    </dgm:pt>
    <dgm:pt modelId="{18126A49-6EFD-467C-B6FA-E2F4CC356AB6}" type="pres">
      <dgm:prSet presAssocID="{E20A9D57-408D-46F2-8B7F-A37D1FCC6F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B4FF5F-A782-400C-BC90-BA7FAB9EB0BA}" type="pres">
      <dgm:prSet presAssocID="{DB38D395-792D-4A46-964A-DB02BEB99BFB}" presName="hierRoot1" presStyleCnt="0"/>
      <dgm:spPr/>
    </dgm:pt>
    <dgm:pt modelId="{03960858-E518-4CF1-8CAD-4D196CB4A755}" type="pres">
      <dgm:prSet presAssocID="{DB38D395-792D-4A46-964A-DB02BEB99BFB}" presName="composite" presStyleCnt="0"/>
      <dgm:spPr/>
    </dgm:pt>
    <dgm:pt modelId="{1509A146-45D1-4B96-A7A5-2002C9D7A369}" type="pres">
      <dgm:prSet presAssocID="{DB38D395-792D-4A46-964A-DB02BEB99BFB}" presName="background" presStyleLbl="node0" presStyleIdx="0" presStyleCnt="3"/>
      <dgm:spPr/>
    </dgm:pt>
    <dgm:pt modelId="{60E9E4C1-F9DD-455F-8618-8AC6E57E2505}" type="pres">
      <dgm:prSet presAssocID="{DB38D395-792D-4A46-964A-DB02BEB99BFB}" presName="text" presStyleLbl="fgAcc0" presStyleIdx="0" presStyleCnt="3">
        <dgm:presLayoutVars>
          <dgm:chPref val="3"/>
        </dgm:presLayoutVars>
      </dgm:prSet>
      <dgm:spPr/>
    </dgm:pt>
    <dgm:pt modelId="{5AA85AB1-F64C-425F-9C57-3AB9392BD436}" type="pres">
      <dgm:prSet presAssocID="{DB38D395-792D-4A46-964A-DB02BEB99BFB}" presName="hierChild2" presStyleCnt="0"/>
      <dgm:spPr/>
    </dgm:pt>
    <dgm:pt modelId="{BA8CDC4C-BE0A-4164-91C8-73CC1C138A1D}" type="pres">
      <dgm:prSet presAssocID="{96DF89A2-EA05-46DF-A439-AE2D15F1638E}" presName="hierRoot1" presStyleCnt="0"/>
      <dgm:spPr/>
    </dgm:pt>
    <dgm:pt modelId="{2FF83DB7-465B-49D3-8EB2-3F8B4325F24F}" type="pres">
      <dgm:prSet presAssocID="{96DF89A2-EA05-46DF-A439-AE2D15F1638E}" presName="composite" presStyleCnt="0"/>
      <dgm:spPr/>
    </dgm:pt>
    <dgm:pt modelId="{982FBD68-6C2C-4709-B1CE-2F98D128A409}" type="pres">
      <dgm:prSet presAssocID="{96DF89A2-EA05-46DF-A439-AE2D15F1638E}" presName="background" presStyleLbl="node0" presStyleIdx="1" presStyleCnt="3"/>
      <dgm:spPr/>
    </dgm:pt>
    <dgm:pt modelId="{7A97F9C7-45C6-4B19-A68F-C9F6D22EFBD0}" type="pres">
      <dgm:prSet presAssocID="{96DF89A2-EA05-46DF-A439-AE2D15F1638E}" presName="text" presStyleLbl="fgAcc0" presStyleIdx="1" presStyleCnt="3">
        <dgm:presLayoutVars>
          <dgm:chPref val="3"/>
        </dgm:presLayoutVars>
      </dgm:prSet>
      <dgm:spPr/>
    </dgm:pt>
    <dgm:pt modelId="{F8A7FEC8-FA26-40C6-A772-1FE4C62ACA68}" type="pres">
      <dgm:prSet presAssocID="{96DF89A2-EA05-46DF-A439-AE2D15F1638E}" presName="hierChild2" presStyleCnt="0"/>
      <dgm:spPr/>
    </dgm:pt>
    <dgm:pt modelId="{644183F1-9D6E-466D-A9E1-5FE84D97A506}" type="pres">
      <dgm:prSet presAssocID="{1B5834C1-1DF3-4D6D-90FE-F9011E2CADF8}" presName="hierRoot1" presStyleCnt="0"/>
      <dgm:spPr/>
    </dgm:pt>
    <dgm:pt modelId="{F88A4E13-D0EF-4131-823D-DF0F44089DA8}" type="pres">
      <dgm:prSet presAssocID="{1B5834C1-1DF3-4D6D-90FE-F9011E2CADF8}" presName="composite" presStyleCnt="0"/>
      <dgm:spPr/>
    </dgm:pt>
    <dgm:pt modelId="{0F745D3A-713C-45CA-B19D-944DC94314A7}" type="pres">
      <dgm:prSet presAssocID="{1B5834C1-1DF3-4D6D-90FE-F9011E2CADF8}" presName="background" presStyleLbl="node0" presStyleIdx="2" presStyleCnt="3"/>
      <dgm:spPr/>
    </dgm:pt>
    <dgm:pt modelId="{29D9C372-B63C-4FB6-A780-FF7648844972}" type="pres">
      <dgm:prSet presAssocID="{1B5834C1-1DF3-4D6D-90FE-F9011E2CADF8}" presName="text" presStyleLbl="fgAcc0" presStyleIdx="2" presStyleCnt="3">
        <dgm:presLayoutVars>
          <dgm:chPref val="3"/>
        </dgm:presLayoutVars>
      </dgm:prSet>
      <dgm:spPr/>
    </dgm:pt>
    <dgm:pt modelId="{AF8ACF40-629A-431B-B6BF-8C83CA47A397}" type="pres">
      <dgm:prSet presAssocID="{1B5834C1-1DF3-4D6D-90FE-F9011E2CADF8}" presName="hierChild2" presStyleCnt="0"/>
      <dgm:spPr/>
    </dgm:pt>
  </dgm:ptLst>
  <dgm:cxnLst>
    <dgm:cxn modelId="{8B89347E-1AF3-4595-A680-0DB88C4B3939}" srcId="{E20A9D57-408D-46F2-8B7F-A37D1FCC6FE4}" destId="{DB38D395-792D-4A46-964A-DB02BEB99BFB}" srcOrd="0" destOrd="0" parTransId="{BE4409EC-9BD3-4704-9393-E2259B47337B}" sibTransId="{8123B4FA-FFB2-472E-8D50-F75E141A5EA3}"/>
    <dgm:cxn modelId="{C04712B9-C8B3-4D77-84FA-AB56A53616BC}" type="presOf" srcId="{1B5834C1-1DF3-4D6D-90FE-F9011E2CADF8}" destId="{29D9C372-B63C-4FB6-A780-FF7648844972}" srcOrd="0" destOrd="0" presId="urn:microsoft.com/office/officeart/2005/8/layout/hierarchy1"/>
    <dgm:cxn modelId="{61B890D3-B285-41AC-BBDC-21CBAEB30D28}" type="presOf" srcId="{96DF89A2-EA05-46DF-A439-AE2D15F1638E}" destId="{7A97F9C7-45C6-4B19-A68F-C9F6D22EFBD0}" srcOrd="0" destOrd="0" presId="urn:microsoft.com/office/officeart/2005/8/layout/hierarchy1"/>
    <dgm:cxn modelId="{F627CDE2-775D-45EC-9FF7-55776CCD0321}" type="presOf" srcId="{DB38D395-792D-4A46-964A-DB02BEB99BFB}" destId="{60E9E4C1-F9DD-455F-8618-8AC6E57E2505}" srcOrd="0" destOrd="0" presId="urn:microsoft.com/office/officeart/2005/8/layout/hierarchy1"/>
    <dgm:cxn modelId="{C64E86ED-DDAD-413F-8CB2-F3D3B8B07E5E}" srcId="{E20A9D57-408D-46F2-8B7F-A37D1FCC6FE4}" destId="{1B5834C1-1DF3-4D6D-90FE-F9011E2CADF8}" srcOrd="2" destOrd="0" parTransId="{8B7904FD-345F-4A45-A216-B14876F31C88}" sibTransId="{5DC51785-C6D7-4C92-ADD7-AE25D54BFC6D}"/>
    <dgm:cxn modelId="{8F2B93EF-33C5-4D9B-8E15-B295931A0646}" type="presOf" srcId="{E20A9D57-408D-46F2-8B7F-A37D1FCC6FE4}" destId="{18126A49-6EFD-467C-B6FA-E2F4CC356AB6}" srcOrd="0" destOrd="0" presId="urn:microsoft.com/office/officeart/2005/8/layout/hierarchy1"/>
    <dgm:cxn modelId="{E5395DF2-8568-435D-98FA-65464E92EA51}" srcId="{E20A9D57-408D-46F2-8B7F-A37D1FCC6FE4}" destId="{96DF89A2-EA05-46DF-A439-AE2D15F1638E}" srcOrd="1" destOrd="0" parTransId="{8CC91716-D14C-497C-A3E7-8F269615255F}" sibTransId="{C9070C1A-2C06-4540-AF57-E48853A125AC}"/>
    <dgm:cxn modelId="{FCA81F4F-8CB4-46C2-9AD2-846B1B384F96}" type="presParOf" srcId="{18126A49-6EFD-467C-B6FA-E2F4CC356AB6}" destId="{D2B4FF5F-A782-400C-BC90-BA7FAB9EB0BA}" srcOrd="0" destOrd="0" presId="urn:microsoft.com/office/officeart/2005/8/layout/hierarchy1"/>
    <dgm:cxn modelId="{54C3DCE1-A4B8-4874-BBE1-7D1A529F2AD8}" type="presParOf" srcId="{D2B4FF5F-A782-400C-BC90-BA7FAB9EB0BA}" destId="{03960858-E518-4CF1-8CAD-4D196CB4A755}" srcOrd="0" destOrd="0" presId="urn:microsoft.com/office/officeart/2005/8/layout/hierarchy1"/>
    <dgm:cxn modelId="{9FDDB377-8866-466B-9C87-895A53F27431}" type="presParOf" srcId="{03960858-E518-4CF1-8CAD-4D196CB4A755}" destId="{1509A146-45D1-4B96-A7A5-2002C9D7A369}" srcOrd="0" destOrd="0" presId="urn:microsoft.com/office/officeart/2005/8/layout/hierarchy1"/>
    <dgm:cxn modelId="{5B06C84B-C8D0-4B3D-B712-468C81BEBBC0}" type="presParOf" srcId="{03960858-E518-4CF1-8CAD-4D196CB4A755}" destId="{60E9E4C1-F9DD-455F-8618-8AC6E57E2505}" srcOrd="1" destOrd="0" presId="urn:microsoft.com/office/officeart/2005/8/layout/hierarchy1"/>
    <dgm:cxn modelId="{F8F05158-E00C-4A62-8302-092498249586}" type="presParOf" srcId="{D2B4FF5F-A782-400C-BC90-BA7FAB9EB0BA}" destId="{5AA85AB1-F64C-425F-9C57-3AB9392BD436}" srcOrd="1" destOrd="0" presId="urn:microsoft.com/office/officeart/2005/8/layout/hierarchy1"/>
    <dgm:cxn modelId="{1120974E-CBAD-49BB-949E-7DF8E5518831}" type="presParOf" srcId="{18126A49-6EFD-467C-B6FA-E2F4CC356AB6}" destId="{BA8CDC4C-BE0A-4164-91C8-73CC1C138A1D}" srcOrd="1" destOrd="0" presId="urn:microsoft.com/office/officeart/2005/8/layout/hierarchy1"/>
    <dgm:cxn modelId="{0E26B9E8-0C98-4D24-87EE-EAA3824D4FFA}" type="presParOf" srcId="{BA8CDC4C-BE0A-4164-91C8-73CC1C138A1D}" destId="{2FF83DB7-465B-49D3-8EB2-3F8B4325F24F}" srcOrd="0" destOrd="0" presId="urn:microsoft.com/office/officeart/2005/8/layout/hierarchy1"/>
    <dgm:cxn modelId="{17C22067-206E-4BF5-9047-2C8015035185}" type="presParOf" srcId="{2FF83DB7-465B-49D3-8EB2-3F8B4325F24F}" destId="{982FBD68-6C2C-4709-B1CE-2F98D128A409}" srcOrd="0" destOrd="0" presId="urn:microsoft.com/office/officeart/2005/8/layout/hierarchy1"/>
    <dgm:cxn modelId="{98AB4569-66CD-4A15-B2D4-85E41E85C577}" type="presParOf" srcId="{2FF83DB7-465B-49D3-8EB2-3F8B4325F24F}" destId="{7A97F9C7-45C6-4B19-A68F-C9F6D22EFBD0}" srcOrd="1" destOrd="0" presId="urn:microsoft.com/office/officeart/2005/8/layout/hierarchy1"/>
    <dgm:cxn modelId="{BBDFC5B6-1C23-4ED6-ACF7-3EC85C54ABD6}" type="presParOf" srcId="{BA8CDC4C-BE0A-4164-91C8-73CC1C138A1D}" destId="{F8A7FEC8-FA26-40C6-A772-1FE4C62ACA68}" srcOrd="1" destOrd="0" presId="urn:microsoft.com/office/officeart/2005/8/layout/hierarchy1"/>
    <dgm:cxn modelId="{3A9262D6-B159-4EEA-90AE-FB1BC6712F0E}" type="presParOf" srcId="{18126A49-6EFD-467C-B6FA-E2F4CC356AB6}" destId="{644183F1-9D6E-466D-A9E1-5FE84D97A506}" srcOrd="2" destOrd="0" presId="urn:microsoft.com/office/officeart/2005/8/layout/hierarchy1"/>
    <dgm:cxn modelId="{5E276007-154E-489A-A781-3B7E1A26EE3D}" type="presParOf" srcId="{644183F1-9D6E-466D-A9E1-5FE84D97A506}" destId="{F88A4E13-D0EF-4131-823D-DF0F44089DA8}" srcOrd="0" destOrd="0" presId="urn:microsoft.com/office/officeart/2005/8/layout/hierarchy1"/>
    <dgm:cxn modelId="{48CC5466-A833-47E0-9E9A-CC78A2D30DA4}" type="presParOf" srcId="{F88A4E13-D0EF-4131-823D-DF0F44089DA8}" destId="{0F745D3A-713C-45CA-B19D-944DC94314A7}" srcOrd="0" destOrd="0" presId="urn:microsoft.com/office/officeart/2005/8/layout/hierarchy1"/>
    <dgm:cxn modelId="{43566EE2-AB37-498F-93D0-300E57107A09}" type="presParOf" srcId="{F88A4E13-D0EF-4131-823D-DF0F44089DA8}" destId="{29D9C372-B63C-4FB6-A780-FF7648844972}" srcOrd="1" destOrd="0" presId="urn:microsoft.com/office/officeart/2005/8/layout/hierarchy1"/>
    <dgm:cxn modelId="{62517268-D17F-4709-9D92-1E1DDE816B20}" type="presParOf" srcId="{644183F1-9D6E-466D-A9E1-5FE84D97A506}" destId="{AF8ACF40-629A-431B-B6BF-8C83CA47A3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E6BECF6-AA84-4D44-A104-2BB66B0E3AD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723265-67B8-4F46-AF6E-CEC14D7817BE}">
      <dgm:prSet/>
      <dgm:spPr/>
      <dgm:t>
        <a:bodyPr/>
        <a:lstStyle/>
        <a:p>
          <a:pPr>
            <a:defRPr cap="all"/>
          </a:pPr>
          <a:r>
            <a:rPr lang="en-US" b="1"/>
            <a:t>Movement Control Code: </a:t>
          </a:r>
          <a:r>
            <a:rPr lang="en-US"/>
            <a:t>Key functions dictate the ball and paddle movements, ensuring responsiveness and fluid gameplay dynamics.</a:t>
          </a:r>
        </a:p>
      </dgm:t>
    </dgm:pt>
    <dgm:pt modelId="{31DB021C-E9DB-4829-BEB3-0A33D6050290}" type="parTrans" cxnId="{6B7CB30E-3BB3-4BDB-9D4D-0191FC0304C6}">
      <dgm:prSet/>
      <dgm:spPr/>
      <dgm:t>
        <a:bodyPr/>
        <a:lstStyle/>
        <a:p>
          <a:endParaRPr lang="en-US"/>
        </a:p>
      </dgm:t>
    </dgm:pt>
    <dgm:pt modelId="{E93C80A3-8B22-4A32-A653-F160A05C3D58}" type="sibTrans" cxnId="{6B7CB30E-3BB3-4BDB-9D4D-0191FC0304C6}">
      <dgm:prSet/>
      <dgm:spPr/>
      <dgm:t>
        <a:bodyPr/>
        <a:lstStyle/>
        <a:p>
          <a:endParaRPr lang="en-US"/>
        </a:p>
      </dgm:t>
    </dgm:pt>
    <dgm:pt modelId="{8D4F5B7E-FE5A-4FBC-B83C-B093445D731A}">
      <dgm:prSet/>
      <dgm:spPr/>
      <dgm:t>
        <a:bodyPr/>
        <a:lstStyle/>
        <a:p>
          <a:pPr>
            <a:defRPr cap="all"/>
          </a:pPr>
          <a:r>
            <a:rPr lang="en-US" b="1"/>
            <a:t>Collision Detection Function: </a:t>
          </a:r>
          <a:r>
            <a:rPr lang="en-US"/>
            <a:t>The core algorithm efficiently identifies collisions, adjusting trajectories to simulate realistic interactions accurately.</a:t>
          </a:r>
        </a:p>
      </dgm:t>
    </dgm:pt>
    <dgm:pt modelId="{B7036430-E992-47F8-ACB3-78226149827C}" type="parTrans" cxnId="{66B633D8-61C2-403C-A180-5593C726D721}">
      <dgm:prSet/>
      <dgm:spPr/>
      <dgm:t>
        <a:bodyPr/>
        <a:lstStyle/>
        <a:p>
          <a:endParaRPr lang="en-US"/>
        </a:p>
      </dgm:t>
    </dgm:pt>
    <dgm:pt modelId="{213403CA-6DA9-496E-87D1-0EAAFDAF7918}" type="sibTrans" cxnId="{66B633D8-61C2-403C-A180-5593C726D721}">
      <dgm:prSet/>
      <dgm:spPr/>
      <dgm:t>
        <a:bodyPr/>
        <a:lstStyle/>
        <a:p>
          <a:endParaRPr lang="en-US"/>
        </a:p>
      </dgm:t>
    </dgm:pt>
    <dgm:pt modelId="{B1356158-4CBD-48A6-8A66-6015CF6FFBE0}">
      <dgm:prSet/>
      <dgm:spPr/>
      <dgm:t>
        <a:bodyPr/>
        <a:lstStyle/>
        <a:p>
          <a:pPr>
            <a:defRPr cap="all"/>
          </a:pPr>
          <a:r>
            <a:rPr lang="en-US" b="1"/>
            <a:t>Code Efficiency Considerations: </a:t>
          </a:r>
          <a:r>
            <a:rPr lang="en-US"/>
            <a:t>Optimized code execution ensures smooth gameplay and reduces lag, enhancing the overall user experience significantly.</a:t>
          </a:r>
        </a:p>
      </dgm:t>
    </dgm:pt>
    <dgm:pt modelId="{73DCF792-DAC3-4EE8-9991-BAB87B5025A1}" type="parTrans" cxnId="{AEC96A94-A2A9-4740-BA44-23836447B81F}">
      <dgm:prSet/>
      <dgm:spPr/>
      <dgm:t>
        <a:bodyPr/>
        <a:lstStyle/>
        <a:p>
          <a:endParaRPr lang="en-US"/>
        </a:p>
      </dgm:t>
    </dgm:pt>
    <dgm:pt modelId="{AFD7BDE6-9C5C-44EF-A2D0-DD14EC34B1E5}" type="sibTrans" cxnId="{AEC96A94-A2A9-4740-BA44-23836447B81F}">
      <dgm:prSet/>
      <dgm:spPr/>
      <dgm:t>
        <a:bodyPr/>
        <a:lstStyle/>
        <a:p>
          <a:endParaRPr lang="en-US"/>
        </a:p>
      </dgm:t>
    </dgm:pt>
    <dgm:pt modelId="{42DD74EF-B448-4639-844C-5701798ADC5C}" type="pres">
      <dgm:prSet presAssocID="{3E6BECF6-AA84-4D44-A104-2BB66B0E3ADB}" presName="vert0" presStyleCnt="0">
        <dgm:presLayoutVars>
          <dgm:dir/>
          <dgm:animOne val="branch"/>
          <dgm:animLvl val="lvl"/>
        </dgm:presLayoutVars>
      </dgm:prSet>
      <dgm:spPr/>
    </dgm:pt>
    <dgm:pt modelId="{B7CA9FA0-1840-40BB-B8C1-2371B190925D}" type="pres">
      <dgm:prSet presAssocID="{87723265-67B8-4F46-AF6E-CEC14D7817BE}" presName="thickLine" presStyleLbl="alignNode1" presStyleIdx="0" presStyleCnt="3"/>
      <dgm:spPr/>
    </dgm:pt>
    <dgm:pt modelId="{1F00EF13-5C24-4C16-A355-7D811C187032}" type="pres">
      <dgm:prSet presAssocID="{87723265-67B8-4F46-AF6E-CEC14D7817BE}" presName="horz1" presStyleCnt="0"/>
      <dgm:spPr/>
    </dgm:pt>
    <dgm:pt modelId="{970B3277-F58E-4E5A-A2E8-9FA65F4C11B5}" type="pres">
      <dgm:prSet presAssocID="{87723265-67B8-4F46-AF6E-CEC14D7817BE}" presName="tx1" presStyleLbl="revTx" presStyleIdx="0" presStyleCnt="3"/>
      <dgm:spPr/>
    </dgm:pt>
    <dgm:pt modelId="{30EC1D5B-2912-4F1F-9906-05EB2A7D034F}" type="pres">
      <dgm:prSet presAssocID="{87723265-67B8-4F46-AF6E-CEC14D7817BE}" presName="vert1" presStyleCnt="0"/>
      <dgm:spPr/>
    </dgm:pt>
    <dgm:pt modelId="{EEC71A46-B302-4EF8-98CA-13754C0005F2}" type="pres">
      <dgm:prSet presAssocID="{8D4F5B7E-FE5A-4FBC-B83C-B093445D731A}" presName="thickLine" presStyleLbl="alignNode1" presStyleIdx="1" presStyleCnt="3"/>
      <dgm:spPr/>
    </dgm:pt>
    <dgm:pt modelId="{C8056D7C-FAE8-481A-93D7-C3E8091ACBF8}" type="pres">
      <dgm:prSet presAssocID="{8D4F5B7E-FE5A-4FBC-B83C-B093445D731A}" presName="horz1" presStyleCnt="0"/>
      <dgm:spPr/>
    </dgm:pt>
    <dgm:pt modelId="{7A23A8F0-F7C1-4D57-AC78-CC766D2A6E5F}" type="pres">
      <dgm:prSet presAssocID="{8D4F5B7E-FE5A-4FBC-B83C-B093445D731A}" presName="tx1" presStyleLbl="revTx" presStyleIdx="1" presStyleCnt="3"/>
      <dgm:spPr/>
    </dgm:pt>
    <dgm:pt modelId="{5428709E-D7E4-4EDE-BBFE-102F6C6F744D}" type="pres">
      <dgm:prSet presAssocID="{8D4F5B7E-FE5A-4FBC-B83C-B093445D731A}" presName="vert1" presStyleCnt="0"/>
      <dgm:spPr/>
    </dgm:pt>
    <dgm:pt modelId="{46F233F2-C5BA-4078-878A-46F8C93E1200}" type="pres">
      <dgm:prSet presAssocID="{B1356158-4CBD-48A6-8A66-6015CF6FFBE0}" presName="thickLine" presStyleLbl="alignNode1" presStyleIdx="2" presStyleCnt="3"/>
      <dgm:spPr/>
    </dgm:pt>
    <dgm:pt modelId="{4B573779-9319-4739-9DBA-965D219E75F9}" type="pres">
      <dgm:prSet presAssocID="{B1356158-4CBD-48A6-8A66-6015CF6FFBE0}" presName="horz1" presStyleCnt="0"/>
      <dgm:spPr/>
    </dgm:pt>
    <dgm:pt modelId="{F15BD3AF-C7B6-4C98-B4DE-BF25B635469E}" type="pres">
      <dgm:prSet presAssocID="{B1356158-4CBD-48A6-8A66-6015CF6FFBE0}" presName="tx1" presStyleLbl="revTx" presStyleIdx="2" presStyleCnt="3"/>
      <dgm:spPr/>
    </dgm:pt>
    <dgm:pt modelId="{506113D1-BCA4-4F7C-8C3E-57F3A11F2A85}" type="pres">
      <dgm:prSet presAssocID="{B1356158-4CBD-48A6-8A66-6015CF6FFBE0}" presName="vert1" presStyleCnt="0"/>
      <dgm:spPr/>
    </dgm:pt>
  </dgm:ptLst>
  <dgm:cxnLst>
    <dgm:cxn modelId="{6B7CB30E-3BB3-4BDB-9D4D-0191FC0304C6}" srcId="{3E6BECF6-AA84-4D44-A104-2BB66B0E3ADB}" destId="{87723265-67B8-4F46-AF6E-CEC14D7817BE}" srcOrd="0" destOrd="0" parTransId="{31DB021C-E9DB-4829-BEB3-0A33D6050290}" sibTransId="{E93C80A3-8B22-4A32-A653-F160A05C3D58}"/>
    <dgm:cxn modelId="{CBEEC812-CFDD-4468-850E-B45BEBEE08A0}" type="presOf" srcId="{8D4F5B7E-FE5A-4FBC-B83C-B093445D731A}" destId="{7A23A8F0-F7C1-4D57-AC78-CC766D2A6E5F}" srcOrd="0" destOrd="0" presId="urn:microsoft.com/office/officeart/2008/layout/LinedList"/>
    <dgm:cxn modelId="{90B2E247-3ED1-4E1D-9277-A1B36A7C2679}" type="presOf" srcId="{B1356158-4CBD-48A6-8A66-6015CF6FFBE0}" destId="{F15BD3AF-C7B6-4C98-B4DE-BF25B635469E}" srcOrd="0" destOrd="0" presId="urn:microsoft.com/office/officeart/2008/layout/LinedList"/>
    <dgm:cxn modelId="{AEC96A94-A2A9-4740-BA44-23836447B81F}" srcId="{3E6BECF6-AA84-4D44-A104-2BB66B0E3ADB}" destId="{B1356158-4CBD-48A6-8A66-6015CF6FFBE0}" srcOrd="2" destOrd="0" parTransId="{73DCF792-DAC3-4EE8-9991-BAB87B5025A1}" sibTransId="{AFD7BDE6-9C5C-44EF-A2D0-DD14EC34B1E5}"/>
    <dgm:cxn modelId="{A86F53C5-6A6F-4981-AA82-6097862ABCF9}" type="presOf" srcId="{3E6BECF6-AA84-4D44-A104-2BB66B0E3ADB}" destId="{42DD74EF-B448-4639-844C-5701798ADC5C}" srcOrd="0" destOrd="0" presId="urn:microsoft.com/office/officeart/2008/layout/LinedList"/>
    <dgm:cxn modelId="{707864CB-9866-459E-8955-DBE200573794}" type="presOf" srcId="{87723265-67B8-4F46-AF6E-CEC14D7817BE}" destId="{970B3277-F58E-4E5A-A2E8-9FA65F4C11B5}" srcOrd="0" destOrd="0" presId="urn:microsoft.com/office/officeart/2008/layout/LinedList"/>
    <dgm:cxn modelId="{66B633D8-61C2-403C-A180-5593C726D721}" srcId="{3E6BECF6-AA84-4D44-A104-2BB66B0E3ADB}" destId="{8D4F5B7E-FE5A-4FBC-B83C-B093445D731A}" srcOrd="1" destOrd="0" parTransId="{B7036430-E992-47F8-ACB3-78226149827C}" sibTransId="{213403CA-6DA9-496E-87D1-0EAAFDAF7918}"/>
    <dgm:cxn modelId="{FC3953E7-B449-47CF-AC67-341909241B0D}" type="presParOf" srcId="{42DD74EF-B448-4639-844C-5701798ADC5C}" destId="{B7CA9FA0-1840-40BB-B8C1-2371B190925D}" srcOrd="0" destOrd="0" presId="urn:microsoft.com/office/officeart/2008/layout/LinedList"/>
    <dgm:cxn modelId="{4FFC88EB-73C5-44E0-AF86-9BBCC089833E}" type="presParOf" srcId="{42DD74EF-B448-4639-844C-5701798ADC5C}" destId="{1F00EF13-5C24-4C16-A355-7D811C187032}" srcOrd="1" destOrd="0" presId="urn:microsoft.com/office/officeart/2008/layout/LinedList"/>
    <dgm:cxn modelId="{2C4B3CAD-A24B-4F3A-9851-A883F848F309}" type="presParOf" srcId="{1F00EF13-5C24-4C16-A355-7D811C187032}" destId="{970B3277-F58E-4E5A-A2E8-9FA65F4C11B5}" srcOrd="0" destOrd="0" presId="urn:microsoft.com/office/officeart/2008/layout/LinedList"/>
    <dgm:cxn modelId="{6810AFEA-4D95-44AF-A098-6A306AD4380B}" type="presParOf" srcId="{1F00EF13-5C24-4C16-A355-7D811C187032}" destId="{30EC1D5B-2912-4F1F-9906-05EB2A7D034F}" srcOrd="1" destOrd="0" presId="urn:microsoft.com/office/officeart/2008/layout/LinedList"/>
    <dgm:cxn modelId="{A2D917F1-C1CF-48D9-8B84-40DE03FD99C2}" type="presParOf" srcId="{42DD74EF-B448-4639-844C-5701798ADC5C}" destId="{EEC71A46-B302-4EF8-98CA-13754C0005F2}" srcOrd="2" destOrd="0" presId="urn:microsoft.com/office/officeart/2008/layout/LinedList"/>
    <dgm:cxn modelId="{EB6AF56F-0F38-4EBD-BDBA-2A5CD6B78066}" type="presParOf" srcId="{42DD74EF-B448-4639-844C-5701798ADC5C}" destId="{C8056D7C-FAE8-481A-93D7-C3E8091ACBF8}" srcOrd="3" destOrd="0" presId="urn:microsoft.com/office/officeart/2008/layout/LinedList"/>
    <dgm:cxn modelId="{E8DB76F2-A644-4C87-8FB8-D09D337BA2F4}" type="presParOf" srcId="{C8056D7C-FAE8-481A-93D7-C3E8091ACBF8}" destId="{7A23A8F0-F7C1-4D57-AC78-CC766D2A6E5F}" srcOrd="0" destOrd="0" presId="urn:microsoft.com/office/officeart/2008/layout/LinedList"/>
    <dgm:cxn modelId="{49FDDCE5-CF4A-46A8-9A0A-35718AB2BFD4}" type="presParOf" srcId="{C8056D7C-FAE8-481A-93D7-C3E8091ACBF8}" destId="{5428709E-D7E4-4EDE-BBFE-102F6C6F744D}" srcOrd="1" destOrd="0" presId="urn:microsoft.com/office/officeart/2008/layout/LinedList"/>
    <dgm:cxn modelId="{BFD246AD-EAC0-4B74-A47D-788B9F3A8F48}" type="presParOf" srcId="{42DD74EF-B448-4639-844C-5701798ADC5C}" destId="{46F233F2-C5BA-4078-878A-46F8C93E1200}" srcOrd="4" destOrd="0" presId="urn:microsoft.com/office/officeart/2008/layout/LinedList"/>
    <dgm:cxn modelId="{B4C43822-C957-420E-A28B-41711C4CFA03}" type="presParOf" srcId="{42DD74EF-B448-4639-844C-5701798ADC5C}" destId="{4B573779-9319-4739-9DBA-965D219E75F9}" srcOrd="5" destOrd="0" presId="urn:microsoft.com/office/officeart/2008/layout/LinedList"/>
    <dgm:cxn modelId="{BA4E5643-678D-45B2-B040-4285A1F1ED86}" type="presParOf" srcId="{4B573779-9319-4739-9DBA-965D219E75F9}" destId="{F15BD3AF-C7B6-4C98-B4DE-BF25B635469E}" srcOrd="0" destOrd="0" presId="urn:microsoft.com/office/officeart/2008/layout/LinedList"/>
    <dgm:cxn modelId="{508B6E82-268D-41D5-B83E-E0D7F21F393F}" type="presParOf" srcId="{4B573779-9319-4739-9DBA-965D219E75F9}" destId="{506113D1-BCA4-4F7C-8C3E-57F3A11F2A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76ACD3B-FFCA-4AA4-B89F-825056157A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97BFDB93-0FA8-4A8E-B425-9E73C5EF83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Common Bugs Encountered: </a:t>
          </a:r>
          <a:r>
            <a:rPr lang="en-US"/>
            <a:t>Identified bugs included collision miscalculations, leading to inaccurate interactions during gameplay between objects.</a:t>
          </a:r>
        </a:p>
      </dgm:t>
    </dgm:pt>
    <dgm:pt modelId="{BEB545AD-8131-4DD7-A845-3FD7C034F709}" type="parTrans" cxnId="{3C20F536-9F11-43D4-882D-653BBE1D9496}">
      <dgm:prSet/>
      <dgm:spPr/>
      <dgm:t>
        <a:bodyPr/>
        <a:lstStyle/>
        <a:p>
          <a:endParaRPr lang="en-US"/>
        </a:p>
      </dgm:t>
    </dgm:pt>
    <dgm:pt modelId="{A5C66422-FC3B-4E09-A756-47F9B1C43814}" type="sibTrans" cxnId="{3C20F536-9F11-43D4-882D-653BBE1D94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C3FDE2-327E-48D1-90E4-4C391D1591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Logic Problem Resolutions: </a:t>
          </a:r>
          <a:r>
            <a:rPr lang="en-US"/>
            <a:t>Implemented conditional checks and debugging techniques to rectify inconsistencies in scoring and game flow logic.</a:t>
          </a:r>
        </a:p>
      </dgm:t>
    </dgm:pt>
    <dgm:pt modelId="{86E0F2B7-5790-474D-A38F-8EDF858C8806}" type="parTrans" cxnId="{531C1CB6-0D72-4396-B20C-DA9AC62A1DB0}">
      <dgm:prSet/>
      <dgm:spPr/>
      <dgm:t>
        <a:bodyPr/>
        <a:lstStyle/>
        <a:p>
          <a:endParaRPr lang="en-US"/>
        </a:p>
      </dgm:t>
    </dgm:pt>
    <dgm:pt modelId="{D45443A2-77BB-4223-AC9A-11251DF54D86}" type="sibTrans" cxnId="{531C1CB6-0D72-4396-B20C-DA9AC62A1D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FC9358-530E-4A43-91CE-DF7449D53A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User Feedback Utilization: </a:t>
          </a:r>
          <a:r>
            <a:rPr lang="en-US"/>
            <a:t>Gathered player feedback to inform iterative improvements, enhancing gameplay balance and overall user satisfaction.</a:t>
          </a:r>
        </a:p>
      </dgm:t>
    </dgm:pt>
    <dgm:pt modelId="{416A398C-BA00-4923-AAC2-54DB3E326F43}" type="parTrans" cxnId="{16519264-85E9-4A71-A065-34C7C4E50E9A}">
      <dgm:prSet/>
      <dgm:spPr/>
      <dgm:t>
        <a:bodyPr/>
        <a:lstStyle/>
        <a:p>
          <a:endParaRPr lang="en-US"/>
        </a:p>
      </dgm:t>
    </dgm:pt>
    <dgm:pt modelId="{47E553E0-D546-4D94-92AE-10AB1711CEAB}" type="sibTrans" cxnId="{16519264-85E9-4A71-A065-34C7C4E50E9A}">
      <dgm:prSet/>
      <dgm:spPr/>
      <dgm:t>
        <a:bodyPr/>
        <a:lstStyle/>
        <a:p>
          <a:endParaRPr lang="en-US"/>
        </a:p>
      </dgm:t>
    </dgm:pt>
    <dgm:pt modelId="{4EAA77F6-C416-4578-8EC3-37D74B87FDB8}" type="pres">
      <dgm:prSet presAssocID="{976ACD3B-FFCA-4AA4-B89F-825056157A93}" presName="root" presStyleCnt="0">
        <dgm:presLayoutVars>
          <dgm:dir/>
          <dgm:resizeHandles val="exact"/>
        </dgm:presLayoutVars>
      </dgm:prSet>
      <dgm:spPr/>
    </dgm:pt>
    <dgm:pt modelId="{7C48B609-EDC3-411D-BE8F-903E3DCD3CDD}" type="pres">
      <dgm:prSet presAssocID="{976ACD3B-FFCA-4AA4-B89F-825056157A93}" presName="container" presStyleCnt="0">
        <dgm:presLayoutVars>
          <dgm:dir/>
          <dgm:resizeHandles val="exact"/>
        </dgm:presLayoutVars>
      </dgm:prSet>
      <dgm:spPr/>
    </dgm:pt>
    <dgm:pt modelId="{E4910E47-7845-4A31-BA67-3CC984F7A167}" type="pres">
      <dgm:prSet presAssocID="{97BFDB93-0FA8-4A8E-B425-9E73C5EF8381}" presName="compNode" presStyleCnt="0"/>
      <dgm:spPr/>
    </dgm:pt>
    <dgm:pt modelId="{0C8EC7FF-8317-44BE-B8BE-2E3258178548}" type="pres">
      <dgm:prSet presAssocID="{97BFDB93-0FA8-4A8E-B425-9E73C5EF8381}" presName="iconBgRect" presStyleLbl="bgShp" presStyleIdx="0" presStyleCnt="3"/>
      <dgm:spPr/>
    </dgm:pt>
    <dgm:pt modelId="{032E6DAC-8130-46FB-8FB7-5C19B4CEDBDD}" type="pres">
      <dgm:prSet presAssocID="{97BFDB93-0FA8-4A8E-B425-9E73C5EF83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0C2C2E8-17E4-444D-B00B-5D896BE982AE}" type="pres">
      <dgm:prSet presAssocID="{97BFDB93-0FA8-4A8E-B425-9E73C5EF8381}" presName="spaceRect" presStyleCnt="0"/>
      <dgm:spPr/>
    </dgm:pt>
    <dgm:pt modelId="{841BB64B-85C8-4CFA-95D6-42A819180B5A}" type="pres">
      <dgm:prSet presAssocID="{97BFDB93-0FA8-4A8E-B425-9E73C5EF8381}" presName="textRect" presStyleLbl="revTx" presStyleIdx="0" presStyleCnt="3">
        <dgm:presLayoutVars>
          <dgm:chMax val="1"/>
          <dgm:chPref val="1"/>
        </dgm:presLayoutVars>
      </dgm:prSet>
      <dgm:spPr/>
    </dgm:pt>
    <dgm:pt modelId="{C6CB7CE5-020F-4F4F-AA7E-BDD98BBD64AE}" type="pres">
      <dgm:prSet presAssocID="{A5C66422-FC3B-4E09-A756-47F9B1C43814}" presName="sibTrans" presStyleLbl="sibTrans2D1" presStyleIdx="0" presStyleCnt="0"/>
      <dgm:spPr/>
    </dgm:pt>
    <dgm:pt modelId="{215422E5-E62D-4B62-AEE5-968B15F8D41D}" type="pres">
      <dgm:prSet presAssocID="{03C3FDE2-327E-48D1-90E4-4C391D15917B}" presName="compNode" presStyleCnt="0"/>
      <dgm:spPr/>
    </dgm:pt>
    <dgm:pt modelId="{A2C5B937-D879-4825-A895-0D422C8D0518}" type="pres">
      <dgm:prSet presAssocID="{03C3FDE2-327E-48D1-90E4-4C391D15917B}" presName="iconBgRect" presStyleLbl="bgShp" presStyleIdx="1" presStyleCnt="3"/>
      <dgm:spPr/>
    </dgm:pt>
    <dgm:pt modelId="{0292FFCB-86D1-4972-9557-2386B8E02265}" type="pres">
      <dgm:prSet presAssocID="{03C3FDE2-327E-48D1-90E4-4C391D1591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4EC6A66-D41A-4164-A48D-AB4EB2F69D92}" type="pres">
      <dgm:prSet presAssocID="{03C3FDE2-327E-48D1-90E4-4C391D15917B}" presName="spaceRect" presStyleCnt="0"/>
      <dgm:spPr/>
    </dgm:pt>
    <dgm:pt modelId="{A7C7201C-319A-4A51-89B4-A4DDDE3B7416}" type="pres">
      <dgm:prSet presAssocID="{03C3FDE2-327E-48D1-90E4-4C391D15917B}" presName="textRect" presStyleLbl="revTx" presStyleIdx="1" presStyleCnt="3">
        <dgm:presLayoutVars>
          <dgm:chMax val="1"/>
          <dgm:chPref val="1"/>
        </dgm:presLayoutVars>
      </dgm:prSet>
      <dgm:spPr/>
    </dgm:pt>
    <dgm:pt modelId="{0391D33A-17A9-4902-909F-762F50756ADF}" type="pres">
      <dgm:prSet presAssocID="{D45443A2-77BB-4223-AC9A-11251DF54D86}" presName="sibTrans" presStyleLbl="sibTrans2D1" presStyleIdx="0" presStyleCnt="0"/>
      <dgm:spPr/>
    </dgm:pt>
    <dgm:pt modelId="{C86BC243-D74F-41FB-A0EF-4814969F6DF2}" type="pres">
      <dgm:prSet presAssocID="{1EFC9358-530E-4A43-91CE-DF7449D53A2F}" presName="compNode" presStyleCnt="0"/>
      <dgm:spPr/>
    </dgm:pt>
    <dgm:pt modelId="{E547D2AA-D1E2-4C48-891E-7758349FE6D3}" type="pres">
      <dgm:prSet presAssocID="{1EFC9358-530E-4A43-91CE-DF7449D53A2F}" presName="iconBgRect" presStyleLbl="bgShp" presStyleIdx="2" presStyleCnt="3"/>
      <dgm:spPr/>
    </dgm:pt>
    <dgm:pt modelId="{C590301E-C436-4090-9E84-B3CBB35DADB2}" type="pres">
      <dgm:prSet presAssocID="{1EFC9358-530E-4A43-91CE-DF7449D53A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4577DE4-3864-48C0-86D2-EE80A112F759}" type="pres">
      <dgm:prSet presAssocID="{1EFC9358-530E-4A43-91CE-DF7449D53A2F}" presName="spaceRect" presStyleCnt="0"/>
      <dgm:spPr/>
    </dgm:pt>
    <dgm:pt modelId="{30771509-1858-46FE-8EDF-A059D53FDD23}" type="pres">
      <dgm:prSet presAssocID="{1EFC9358-530E-4A43-91CE-DF7449D53A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E6FF15-5CE3-4DA1-8BA9-D64A1BA9F5D7}" type="presOf" srcId="{976ACD3B-FFCA-4AA4-B89F-825056157A93}" destId="{4EAA77F6-C416-4578-8EC3-37D74B87FDB8}" srcOrd="0" destOrd="0" presId="urn:microsoft.com/office/officeart/2018/2/layout/IconCircleList"/>
    <dgm:cxn modelId="{931BF62C-FDB9-4773-A0E7-0AFBFB1AFF8C}" type="presOf" srcId="{A5C66422-FC3B-4E09-A756-47F9B1C43814}" destId="{C6CB7CE5-020F-4F4F-AA7E-BDD98BBD64AE}" srcOrd="0" destOrd="0" presId="urn:microsoft.com/office/officeart/2018/2/layout/IconCircleList"/>
    <dgm:cxn modelId="{3C20F536-9F11-43D4-882D-653BBE1D9496}" srcId="{976ACD3B-FFCA-4AA4-B89F-825056157A93}" destId="{97BFDB93-0FA8-4A8E-B425-9E73C5EF8381}" srcOrd="0" destOrd="0" parTransId="{BEB545AD-8131-4DD7-A845-3FD7C034F709}" sibTransId="{A5C66422-FC3B-4E09-A756-47F9B1C43814}"/>
    <dgm:cxn modelId="{16519264-85E9-4A71-A065-34C7C4E50E9A}" srcId="{976ACD3B-FFCA-4AA4-B89F-825056157A93}" destId="{1EFC9358-530E-4A43-91CE-DF7449D53A2F}" srcOrd="2" destOrd="0" parTransId="{416A398C-BA00-4923-AAC2-54DB3E326F43}" sibTransId="{47E553E0-D546-4D94-92AE-10AB1711CEAB}"/>
    <dgm:cxn modelId="{1D02F655-20B6-4329-9057-C5AB00375A12}" type="presOf" srcId="{03C3FDE2-327E-48D1-90E4-4C391D15917B}" destId="{A7C7201C-319A-4A51-89B4-A4DDDE3B7416}" srcOrd="0" destOrd="0" presId="urn:microsoft.com/office/officeart/2018/2/layout/IconCircleList"/>
    <dgm:cxn modelId="{1972CA77-95E4-47D5-8218-DA768BF6FCAE}" type="presOf" srcId="{97BFDB93-0FA8-4A8E-B425-9E73C5EF8381}" destId="{841BB64B-85C8-4CFA-95D6-42A819180B5A}" srcOrd="0" destOrd="0" presId="urn:microsoft.com/office/officeart/2018/2/layout/IconCircleList"/>
    <dgm:cxn modelId="{03B1A1AB-3D45-4325-942C-999B80332C4F}" type="presOf" srcId="{1EFC9358-530E-4A43-91CE-DF7449D53A2F}" destId="{30771509-1858-46FE-8EDF-A059D53FDD23}" srcOrd="0" destOrd="0" presId="urn:microsoft.com/office/officeart/2018/2/layout/IconCircleList"/>
    <dgm:cxn modelId="{531C1CB6-0D72-4396-B20C-DA9AC62A1DB0}" srcId="{976ACD3B-FFCA-4AA4-B89F-825056157A93}" destId="{03C3FDE2-327E-48D1-90E4-4C391D15917B}" srcOrd="1" destOrd="0" parTransId="{86E0F2B7-5790-474D-A38F-8EDF858C8806}" sibTransId="{D45443A2-77BB-4223-AC9A-11251DF54D86}"/>
    <dgm:cxn modelId="{3B98D8BF-9E90-48DD-B017-053B2A67991B}" type="presOf" srcId="{D45443A2-77BB-4223-AC9A-11251DF54D86}" destId="{0391D33A-17A9-4902-909F-762F50756ADF}" srcOrd="0" destOrd="0" presId="urn:microsoft.com/office/officeart/2018/2/layout/IconCircleList"/>
    <dgm:cxn modelId="{910C5279-5675-4C90-BD23-48ACE420AB23}" type="presParOf" srcId="{4EAA77F6-C416-4578-8EC3-37D74B87FDB8}" destId="{7C48B609-EDC3-411D-BE8F-903E3DCD3CDD}" srcOrd="0" destOrd="0" presId="urn:microsoft.com/office/officeart/2018/2/layout/IconCircleList"/>
    <dgm:cxn modelId="{BAA8DB1B-29B5-4E62-A6CE-11763114BCDD}" type="presParOf" srcId="{7C48B609-EDC3-411D-BE8F-903E3DCD3CDD}" destId="{E4910E47-7845-4A31-BA67-3CC984F7A167}" srcOrd="0" destOrd="0" presId="urn:microsoft.com/office/officeart/2018/2/layout/IconCircleList"/>
    <dgm:cxn modelId="{A16C1E12-AA26-4D37-AF23-1EAAD8ABD162}" type="presParOf" srcId="{E4910E47-7845-4A31-BA67-3CC984F7A167}" destId="{0C8EC7FF-8317-44BE-B8BE-2E3258178548}" srcOrd="0" destOrd="0" presId="urn:microsoft.com/office/officeart/2018/2/layout/IconCircleList"/>
    <dgm:cxn modelId="{2F46A047-B1F9-4386-9E9B-38744F7627C9}" type="presParOf" srcId="{E4910E47-7845-4A31-BA67-3CC984F7A167}" destId="{032E6DAC-8130-46FB-8FB7-5C19B4CEDBDD}" srcOrd="1" destOrd="0" presId="urn:microsoft.com/office/officeart/2018/2/layout/IconCircleList"/>
    <dgm:cxn modelId="{73E39626-6BD0-4898-A187-E2EECA99DB2A}" type="presParOf" srcId="{E4910E47-7845-4A31-BA67-3CC984F7A167}" destId="{80C2C2E8-17E4-444D-B00B-5D896BE982AE}" srcOrd="2" destOrd="0" presId="urn:microsoft.com/office/officeart/2018/2/layout/IconCircleList"/>
    <dgm:cxn modelId="{475FB536-BAD8-4047-A43E-48725A65D846}" type="presParOf" srcId="{E4910E47-7845-4A31-BA67-3CC984F7A167}" destId="{841BB64B-85C8-4CFA-95D6-42A819180B5A}" srcOrd="3" destOrd="0" presId="urn:microsoft.com/office/officeart/2018/2/layout/IconCircleList"/>
    <dgm:cxn modelId="{470E174A-E8F8-4AD7-887E-A2254396F161}" type="presParOf" srcId="{7C48B609-EDC3-411D-BE8F-903E3DCD3CDD}" destId="{C6CB7CE5-020F-4F4F-AA7E-BDD98BBD64AE}" srcOrd="1" destOrd="0" presId="urn:microsoft.com/office/officeart/2018/2/layout/IconCircleList"/>
    <dgm:cxn modelId="{B0F960AA-3D97-4F4C-BEB3-11D1987540ED}" type="presParOf" srcId="{7C48B609-EDC3-411D-BE8F-903E3DCD3CDD}" destId="{215422E5-E62D-4B62-AEE5-968B15F8D41D}" srcOrd="2" destOrd="0" presId="urn:microsoft.com/office/officeart/2018/2/layout/IconCircleList"/>
    <dgm:cxn modelId="{A196962C-12A8-4526-BC6D-259D8BBB9D1E}" type="presParOf" srcId="{215422E5-E62D-4B62-AEE5-968B15F8D41D}" destId="{A2C5B937-D879-4825-A895-0D422C8D0518}" srcOrd="0" destOrd="0" presId="urn:microsoft.com/office/officeart/2018/2/layout/IconCircleList"/>
    <dgm:cxn modelId="{76D6D6C6-8A2A-4BE9-A35E-1A530F506450}" type="presParOf" srcId="{215422E5-E62D-4B62-AEE5-968B15F8D41D}" destId="{0292FFCB-86D1-4972-9557-2386B8E02265}" srcOrd="1" destOrd="0" presId="urn:microsoft.com/office/officeart/2018/2/layout/IconCircleList"/>
    <dgm:cxn modelId="{19850FF3-80F5-4881-8BC1-5000A3CC62C0}" type="presParOf" srcId="{215422E5-E62D-4B62-AEE5-968B15F8D41D}" destId="{64EC6A66-D41A-4164-A48D-AB4EB2F69D92}" srcOrd="2" destOrd="0" presId="urn:microsoft.com/office/officeart/2018/2/layout/IconCircleList"/>
    <dgm:cxn modelId="{1E1AEBFC-DAB1-4F11-AF05-8EB47C5F737F}" type="presParOf" srcId="{215422E5-E62D-4B62-AEE5-968B15F8D41D}" destId="{A7C7201C-319A-4A51-89B4-A4DDDE3B7416}" srcOrd="3" destOrd="0" presId="urn:microsoft.com/office/officeart/2018/2/layout/IconCircleList"/>
    <dgm:cxn modelId="{B8903D6E-5694-4764-8A76-50C82EDAB4E1}" type="presParOf" srcId="{7C48B609-EDC3-411D-BE8F-903E3DCD3CDD}" destId="{0391D33A-17A9-4902-909F-762F50756ADF}" srcOrd="3" destOrd="0" presId="urn:microsoft.com/office/officeart/2018/2/layout/IconCircleList"/>
    <dgm:cxn modelId="{EF1DD054-4665-4BBC-9553-935C5D857E8F}" type="presParOf" srcId="{7C48B609-EDC3-411D-BE8F-903E3DCD3CDD}" destId="{C86BC243-D74F-41FB-A0EF-4814969F6DF2}" srcOrd="4" destOrd="0" presId="urn:microsoft.com/office/officeart/2018/2/layout/IconCircleList"/>
    <dgm:cxn modelId="{6D83F3E1-4514-474C-9B56-8AC11058D9BE}" type="presParOf" srcId="{C86BC243-D74F-41FB-A0EF-4814969F6DF2}" destId="{E547D2AA-D1E2-4C48-891E-7758349FE6D3}" srcOrd="0" destOrd="0" presId="urn:microsoft.com/office/officeart/2018/2/layout/IconCircleList"/>
    <dgm:cxn modelId="{E515D105-5437-4866-8CB5-4B27E62A1D8C}" type="presParOf" srcId="{C86BC243-D74F-41FB-A0EF-4814969F6DF2}" destId="{C590301E-C436-4090-9E84-B3CBB35DADB2}" srcOrd="1" destOrd="0" presId="urn:microsoft.com/office/officeart/2018/2/layout/IconCircleList"/>
    <dgm:cxn modelId="{90450C56-A54D-4578-B0CB-F7510B4A692E}" type="presParOf" srcId="{C86BC243-D74F-41FB-A0EF-4814969F6DF2}" destId="{34577DE4-3864-48C0-86D2-EE80A112F759}" srcOrd="2" destOrd="0" presId="urn:microsoft.com/office/officeart/2018/2/layout/IconCircleList"/>
    <dgm:cxn modelId="{A4F7C40C-95D6-4026-AB9A-6CB108895B48}" type="presParOf" srcId="{C86BC243-D74F-41FB-A0EF-4814969F6DF2}" destId="{30771509-1858-46FE-8EDF-A059D53FDD2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9EEDF7C-74E1-454E-99CC-E3DE89D31D6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9C765C3E-FA30-4C74-9839-8DE5E89C4F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Incorporating Sound Effects: </a:t>
          </a:r>
          <a:r>
            <a:rPr lang="en-US"/>
            <a:t>Future iterations may include sound effects, enhancing immersion and stimulating player engagement through audio cues.</a:t>
          </a:r>
        </a:p>
      </dgm:t>
    </dgm:pt>
    <dgm:pt modelId="{037EF5F5-BF26-412B-AEFA-071D68DF0F87}" type="parTrans" cxnId="{741E2E45-8690-4246-B81C-98220F0377B1}">
      <dgm:prSet/>
      <dgm:spPr/>
      <dgm:t>
        <a:bodyPr/>
        <a:lstStyle/>
        <a:p>
          <a:endParaRPr lang="en-US"/>
        </a:p>
      </dgm:t>
    </dgm:pt>
    <dgm:pt modelId="{230CF4D0-49AE-4678-8EB5-BD2C4D65075E}" type="sibTrans" cxnId="{741E2E45-8690-4246-B81C-98220F0377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80FA6B-C5EA-4AEC-BC1E-9EB5C02216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AI Opponents Development: </a:t>
          </a:r>
          <a:r>
            <a:rPr lang="en-US"/>
            <a:t>Integrating AI opponents could create varied difficulty levels, providing challenges tailored to individual player skills.</a:t>
          </a:r>
        </a:p>
      </dgm:t>
    </dgm:pt>
    <dgm:pt modelId="{B4B77C17-684A-4538-AAF6-F646E8AA08EF}" type="parTrans" cxnId="{A939A47E-90FA-4C4E-A3B6-3CEC8C6D576E}">
      <dgm:prSet/>
      <dgm:spPr/>
      <dgm:t>
        <a:bodyPr/>
        <a:lstStyle/>
        <a:p>
          <a:endParaRPr lang="en-US"/>
        </a:p>
      </dgm:t>
    </dgm:pt>
    <dgm:pt modelId="{A7B6B8B1-A9C7-45D8-B8F7-7610C40321C7}" type="sibTrans" cxnId="{A939A47E-90FA-4C4E-A3B6-3CEC8C6D57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B134568-BBA4-41D7-AFA8-B2A3C87498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Enhanced Graphics: </a:t>
          </a:r>
          <a:r>
            <a:rPr lang="en-US"/>
            <a:t>Improving graphics quality will elevate the visual appeal, making the gaming experience more attractive and stimulating.</a:t>
          </a:r>
        </a:p>
      </dgm:t>
    </dgm:pt>
    <dgm:pt modelId="{0E695274-9546-4B72-81CC-27B359872FC2}" type="parTrans" cxnId="{4C533CEF-1015-4014-AB23-0D201725C221}">
      <dgm:prSet/>
      <dgm:spPr/>
      <dgm:t>
        <a:bodyPr/>
        <a:lstStyle/>
        <a:p>
          <a:endParaRPr lang="en-US"/>
        </a:p>
      </dgm:t>
    </dgm:pt>
    <dgm:pt modelId="{020EBF6A-219C-45C3-981D-248D339D4AD4}" type="sibTrans" cxnId="{4C533CEF-1015-4014-AB23-0D201725C221}">
      <dgm:prSet/>
      <dgm:spPr/>
      <dgm:t>
        <a:bodyPr/>
        <a:lstStyle/>
        <a:p>
          <a:endParaRPr lang="en-US"/>
        </a:p>
      </dgm:t>
    </dgm:pt>
    <dgm:pt modelId="{81C72A6D-B6CD-41E0-BD9C-A00D4FB7265D}" type="pres">
      <dgm:prSet presAssocID="{29EEDF7C-74E1-454E-99CC-E3DE89D31D64}" presName="root" presStyleCnt="0">
        <dgm:presLayoutVars>
          <dgm:dir/>
          <dgm:resizeHandles val="exact"/>
        </dgm:presLayoutVars>
      </dgm:prSet>
      <dgm:spPr/>
    </dgm:pt>
    <dgm:pt modelId="{7C2DB3F2-F893-4EF6-9778-551CB7ACFD8D}" type="pres">
      <dgm:prSet presAssocID="{29EEDF7C-74E1-454E-99CC-E3DE89D31D64}" presName="container" presStyleCnt="0">
        <dgm:presLayoutVars>
          <dgm:dir/>
          <dgm:resizeHandles val="exact"/>
        </dgm:presLayoutVars>
      </dgm:prSet>
      <dgm:spPr/>
    </dgm:pt>
    <dgm:pt modelId="{12D75E94-B99A-4F54-A91A-85E33975401A}" type="pres">
      <dgm:prSet presAssocID="{9C765C3E-FA30-4C74-9839-8DE5E89C4F07}" presName="compNode" presStyleCnt="0"/>
      <dgm:spPr/>
    </dgm:pt>
    <dgm:pt modelId="{2FC463DB-A97B-42B9-ACE1-E890C96065FA}" type="pres">
      <dgm:prSet presAssocID="{9C765C3E-FA30-4C74-9839-8DE5E89C4F07}" presName="iconBgRect" presStyleLbl="bgShp" presStyleIdx="0" presStyleCnt="3"/>
      <dgm:spPr/>
    </dgm:pt>
    <dgm:pt modelId="{320F1903-8FFE-440E-BEEE-813FFA1CB68A}" type="pres">
      <dgm:prSet presAssocID="{9C765C3E-FA30-4C74-9839-8DE5E89C4F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13213C92-213C-457A-8E5D-5E3F957245F1}" type="pres">
      <dgm:prSet presAssocID="{9C765C3E-FA30-4C74-9839-8DE5E89C4F07}" presName="spaceRect" presStyleCnt="0"/>
      <dgm:spPr/>
    </dgm:pt>
    <dgm:pt modelId="{183DE5AD-C37E-4564-97EB-1B00565AC9C8}" type="pres">
      <dgm:prSet presAssocID="{9C765C3E-FA30-4C74-9839-8DE5E89C4F07}" presName="textRect" presStyleLbl="revTx" presStyleIdx="0" presStyleCnt="3">
        <dgm:presLayoutVars>
          <dgm:chMax val="1"/>
          <dgm:chPref val="1"/>
        </dgm:presLayoutVars>
      </dgm:prSet>
      <dgm:spPr/>
    </dgm:pt>
    <dgm:pt modelId="{4A2A9BD8-E2A8-4307-8132-76064EC6C48B}" type="pres">
      <dgm:prSet presAssocID="{230CF4D0-49AE-4678-8EB5-BD2C4D65075E}" presName="sibTrans" presStyleLbl="sibTrans2D1" presStyleIdx="0" presStyleCnt="0"/>
      <dgm:spPr/>
    </dgm:pt>
    <dgm:pt modelId="{910BC504-6BDB-4FEB-9350-06B41723982C}" type="pres">
      <dgm:prSet presAssocID="{8080FA6B-C5EA-4AEC-BC1E-9EB5C02216D2}" presName="compNode" presStyleCnt="0"/>
      <dgm:spPr/>
    </dgm:pt>
    <dgm:pt modelId="{CA81068F-FD55-406C-BAD3-7F62D492184E}" type="pres">
      <dgm:prSet presAssocID="{8080FA6B-C5EA-4AEC-BC1E-9EB5C02216D2}" presName="iconBgRect" presStyleLbl="bgShp" presStyleIdx="1" presStyleCnt="3"/>
      <dgm:spPr/>
    </dgm:pt>
    <dgm:pt modelId="{F8EC14AB-E55A-4DC2-82B3-D1643F10B0CD}" type="pres">
      <dgm:prSet presAssocID="{8080FA6B-C5EA-4AEC-BC1E-9EB5C02216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C4B404-FAED-4EE2-8E5A-0C1104A6D91D}" type="pres">
      <dgm:prSet presAssocID="{8080FA6B-C5EA-4AEC-BC1E-9EB5C02216D2}" presName="spaceRect" presStyleCnt="0"/>
      <dgm:spPr/>
    </dgm:pt>
    <dgm:pt modelId="{97B3A0D0-2D63-4B48-BB6C-203DA3E9263A}" type="pres">
      <dgm:prSet presAssocID="{8080FA6B-C5EA-4AEC-BC1E-9EB5C02216D2}" presName="textRect" presStyleLbl="revTx" presStyleIdx="1" presStyleCnt="3">
        <dgm:presLayoutVars>
          <dgm:chMax val="1"/>
          <dgm:chPref val="1"/>
        </dgm:presLayoutVars>
      </dgm:prSet>
      <dgm:spPr/>
    </dgm:pt>
    <dgm:pt modelId="{3E950130-18C2-4F39-87C4-BDB7CDB50393}" type="pres">
      <dgm:prSet presAssocID="{A7B6B8B1-A9C7-45D8-B8F7-7610C40321C7}" presName="sibTrans" presStyleLbl="sibTrans2D1" presStyleIdx="0" presStyleCnt="0"/>
      <dgm:spPr/>
    </dgm:pt>
    <dgm:pt modelId="{DE910CDF-0F8A-4917-A58A-FF812F555697}" type="pres">
      <dgm:prSet presAssocID="{4B134568-BBA4-41D7-AFA8-B2A3C87498F8}" presName="compNode" presStyleCnt="0"/>
      <dgm:spPr/>
    </dgm:pt>
    <dgm:pt modelId="{E89CFA2E-5AF2-4343-AFFA-18D199D308C0}" type="pres">
      <dgm:prSet presAssocID="{4B134568-BBA4-41D7-AFA8-B2A3C87498F8}" presName="iconBgRect" presStyleLbl="bgShp" presStyleIdx="2" presStyleCnt="3"/>
      <dgm:spPr/>
    </dgm:pt>
    <dgm:pt modelId="{0EBA2432-D0F5-495E-B869-C87E43A80816}" type="pres">
      <dgm:prSet presAssocID="{4B134568-BBA4-41D7-AFA8-B2A3C87498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B78759F-E6DA-44D7-AD6B-0C77A7ECE56D}" type="pres">
      <dgm:prSet presAssocID="{4B134568-BBA4-41D7-AFA8-B2A3C87498F8}" presName="spaceRect" presStyleCnt="0"/>
      <dgm:spPr/>
    </dgm:pt>
    <dgm:pt modelId="{A612E307-ED6A-4298-AF91-2BE28259669F}" type="pres">
      <dgm:prSet presAssocID="{4B134568-BBA4-41D7-AFA8-B2A3C87498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59DD24-8EAB-4EB2-8A6C-BA9DB093AA4D}" type="presOf" srcId="{A7B6B8B1-A9C7-45D8-B8F7-7610C40321C7}" destId="{3E950130-18C2-4F39-87C4-BDB7CDB50393}" srcOrd="0" destOrd="0" presId="urn:microsoft.com/office/officeart/2018/2/layout/IconCircleList"/>
    <dgm:cxn modelId="{741E2E45-8690-4246-B81C-98220F0377B1}" srcId="{29EEDF7C-74E1-454E-99CC-E3DE89D31D64}" destId="{9C765C3E-FA30-4C74-9839-8DE5E89C4F07}" srcOrd="0" destOrd="0" parTransId="{037EF5F5-BF26-412B-AEFA-071D68DF0F87}" sibTransId="{230CF4D0-49AE-4678-8EB5-BD2C4D65075E}"/>
    <dgm:cxn modelId="{080AB56E-EB06-406F-B6E4-AAD58B988CE4}" type="presOf" srcId="{230CF4D0-49AE-4678-8EB5-BD2C4D65075E}" destId="{4A2A9BD8-E2A8-4307-8132-76064EC6C48B}" srcOrd="0" destOrd="0" presId="urn:microsoft.com/office/officeart/2018/2/layout/IconCircleList"/>
    <dgm:cxn modelId="{5659787E-3D68-41C2-AECA-09A6CAA3AC71}" type="presOf" srcId="{29EEDF7C-74E1-454E-99CC-E3DE89D31D64}" destId="{81C72A6D-B6CD-41E0-BD9C-A00D4FB7265D}" srcOrd="0" destOrd="0" presId="urn:microsoft.com/office/officeart/2018/2/layout/IconCircleList"/>
    <dgm:cxn modelId="{A939A47E-90FA-4C4E-A3B6-3CEC8C6D576E}" srcId="{29EEDF7C-74E1-454E-99CC-E3DE89D31D64}" destId="{8080FA6B-C5EA-4AEC-BC1E-9EB5C02216D2}" srcOrd="1" destOrd="0" parTransId="{B4B77C17-684A-4538-AAF6-F646E8AA08EF}" sibTransId="{A7B6B8B1-A9C7-45D8-B8F7-7610C40321C7}"/>
    <dgm:cxn modelId="{F5EFC680-67A7-46DD-9392-26B2D19D329B}" type="presOf" srcId="{8080FA6B-C5EA-4AEC-BC1E-9EB5C02216D2}" destId="{97B3A0D0-2D63-4B48-BB6C-203DA3E9263A}" srcOrd="0" destOrd="0" presId="urn:microsoft.com/office/officeart/2018/2/layout/IconCircleList"/>
    <dgm:cxn modelId="{E9DEEAD8-C2CE-40B6-9E20-C46C0102ED19}" type="presOf" srcId="{4B134568-BBA4-41D7-AFA8-B2A3C87498F8}" destId="{A612E307-ED6A-4298-AF91-2BE28259669F}" srcOrd="0" destOrd="0" presId="urn:microsoft.com/office/officeart/2018/2/layout/IconCircleList"/>
    <dgm:cxn modelId="{114895DA-9CA5-4155-BD8C-6CF8FBDC117F}" type="presOf" srcId="{9C765C3E-FA30-4C74-9839-8DE5E89C4F07}" destId="{183DE5AD-C37E-4564-97EB-1B00565AC9C8}" srcOrd="0" destOrd="0" presId="urn:microsoft.com/office/officeart/2018/2/layout/IconCircleList"/>
    <dgm:cxn modelId="{4C533CEF-1015-4014-AB23-0D201725C221}" srcId="{29EEDF7C-74E1-454E-99CC-E3DE89D31D64}" destId="{4B134568-BBA4-41D7-AFA8-B2A3C87498F8}" srcOrd="2" destOrd="0" parTransId="{0E695274-9546-4B72-81CC-27B359872FC2}" sibTransId="{020EBF6A-219C-45C3-981D-248D339D4AD4}"/>
    <dgm:cxn modelId="{E799A6FF-CDD9-4C8E-AD8E-DFE609332214}" type="presParOf" srcId="{81C72A6D-B6CD-41E0-BD9C-A00D4FB7265D}" destId="{7C2DB3F2-F893-4EF6-9778-551CB7ACFD8D}" srcOrd="0" destOrd="0" presId="urn:microsoft.com/office/officeart/2018/2/layout/IconCircleList"/>
    <dgm:cxn modelId="{E6FC1EDB-4A76-4E04-BFFB-0C3F1AC31928}" type="presParOf" srcId="{7C2DB3F2-F893-4EF6-9778-551CB7ACFD8D}" destId="{12D75E94-B99A-4F54-A91A-85E33975401A}" srcOrd="0" destOrd="0" presId="urn:microsoft.com/office/officeart/2018/2/layout/IconCircleList"/>
    <dgm:cxn modelId="{BBB3BB20-2F9B-4FAF-8549-E5D6BA83BEBE}" type="presParOf" srcId="{12D75E94-B99A-4F54-A91A-85E33975401A}" destId="{2FC463DB-A97B-42B9-ACE1-E890C96065FA}" srcOrd="0" destOrd="0" presId="urn:microsoft.com/office/officeart/2018/2/layout/IconCircleList"/>
    <dgm:cxn modelId="{8ACDD65D-9746-443D-8D08-A3FFF5853CA2}" type="presParOf" srcId="{12D75E94-B99A-4F54-A91A-85E33975401A}" destId="{320F1903-8FFE-440E-BEEE-813FFA1CB68A}" srcOrd="1" destOrd="0" presId="urn:microsoft.com/office/officeart/2018/2/layout/IconCircleList"/>
    <dgm:cxn modelId="{167CB3FE-C0D1-404C-AC0F-89B63A2715FB}" type="presParOf" srcId="{12D75E94-B99A-4F54-A91A-85E33975401A}" destId="{13213C92-213C-457A-8E5D-5E3F957245F1}" srcOrd="2" destOrd="0" presId="urn:microsoft.com/office/officeart/2018/2/layout/IconCircleList"/>
    <dgm:cxn modelId="{C15FD5EC-CC50-446C-9B02-CE915B58C2AE}" type="presParOf" srcId="{12D75E94-B99A-4F54-A91A-85E33975401A}" destId="{183DE5AD-C37E-4564-97EB-1B00565AC9C8}" srcOrd="3" destOrd="0" presId="urn:microsoft.com/office/officeart/2018/2/layout/IconCircleList"/>
    <dgm:cxn modelId="{82B3CD84-848B-44E2-BA7C-4283267EBD45}" type="presParOf" srcId="{7C2DB3F2-F893-4EF6-9778-551CB7ACFD8D}" destId="{4A2A9BD8-E2A8-4307-8132-76064EC6C48B}" srcOrd="1" destOrd="0" presId="urn:microsoft.com/office/officeart/2018/2/layout/IconCircleList"/>
    <dgm:cxn modelId="{4DF11209-1407-439D-93E7-084A2E6D4118}" type="presParOf" srcId="{7C2DB3F2-F893-4EF6-9778-551CB7ACFD8D}" destId="{910BC504-6BDB-4FEB-9350-06B41723982C}" srcOrd="2" destOrd="0" presId="urn:microsoft.com/office/officeart/2018/2/layout/IconCircleList"/>
    <dgm:cxn modelId="{23AF2162-2CA1-49BA-94AD-9B788F887140}" type="presParOf" srcId="{910BC504-6BDB-4FEB-9350-06B41723982C}" destId="{CA81068F-FD55-406C-BAD3-7F62D492184E}" srcOrd="0" destOrd="0" presId="urn:microsoft.com/office/officeart/2018/2/layout/IconCircleList"/>
    <dgm:cxn modelId="{6CA7DACA-A9A0-418D-A0ED-6D40433063ED}" type="presParOf" srcId="{910BC504-6BDB-4FEB-9350-06B41723982C}" destId="{F8EC14AB-E55A-4DC2-82B3-D1643F10B0CD}" srcOrd="1" destOrd="0" presId="urn:microsoft.com/office/officeart/2018/2/layout/IconCircleList"/>
    <dgm:cxn modelId="{55C038A9-B6B5-4084-8B45-EF7D564BD7E8}" type="presParOf" srcId="{910BC504-6BDB-4FEB-9350-06B41723982C}" destId="{85C4B404-FAED-4EE2-8E5A-0C1104A6D91D}" srcOrd="2" destOrd="0" presId="urn:microsoft.com/office/officeart/2018/2/layout/IconCircleList"/>
    <dgm:cxn modelId="{30051B28-4CA2-4E19-BB21-A4973A932EE4}" type="presParOf" srcId="{910BC504-6BDB-4FEB-9350-06B41723982C}" destId="{97B3A0D0-2D63-4B48-BB6C-203DA3E9263A}" srcOrd="3" destOrd="0" presId="urn:microsoft.com/office/officeart/2018/2/layout/IconCircleList"/>
    <dgm:cxn modelId="{E17E81FE-5F35-46D7-AFDD-962A5BBC948B}" type="presParOf" srcId="{7C2DB3F2-F893-4EF6-9778-551CB7ACFD8D}" destId="{3E950130-18C2-4F39-87C4-BDB7CDB50393}" srcOrd="3" destOrd="0" presId="urn:microsoft.com/office/officeart/2018/2/layout/IconCircleList"/>
    <dgm:cxn modelId="{3843E638-79A0-4FBF-BDC4-24EA84BF7B9C}" type="presParOf" srcId="{7C2DB3F2-F893-4EF6-9778-551CB7ACFD8D}" destId="{DE910CDF-0F8A-4917-A58A-FF812F555697}" srcOrd="4" destOrd="0" presId="urn:microsoft.com/office/officeart/2018/2/layout/IconCircleList"/>
    <dgm:cxn modelId="{1880E052-A7AA-467B-83B1-9F71B4B5760B}" type="presParOf" srcId="{DE910CDF-0F8A-4917-A58A-FF812F555697}" destId="{E89CFA2E-5AF2-4343-AFFA-18D199D308C0}" srcOrd="0" destOrd="0" presId="urn:microsoft.com/office/officeart/2018/2/layout/IconCircleList"/>
    <dgm:cxn modelId="{1CF7EAD7-54D2-4835-9686-F216B6D12235}" type="presParOf" srcId="{DE910CDF-0F8A-4917-A58A-FF812F555697}" destId="{0EBA2432-D0F5-495E-B869-C87E43A80816}" srcOrd="1" destOrd="0" presId="urn:microsoft.com/office/officeart/2018/2/layout/IconCircleList"/>
    <dgm:cxn modelId="{726C384C-30EB-4EBB-968A-190B7CD57F41}" type="presParOf" srcId="{DE910CDF-0F8A-4917-A58A-FF812F555697}" destId="{7B78759F-E6DA-44D7-AD6B-0C77A7ECE56D}" srcOrd="2" destOrd="0" presId="urn:microsoft.com/office/officeart/2018/2/layout/IconCircleList"/>
    <dgm:cxn modelId="{E1792025-66C3-4111-8D96-E5224121ABAC}" type="presParOf" srcId="{DE910CDF-0F8A-4917-A58A-FF812F555697}" destId="{A612E307-ED6A-4298-AF91-2BE2825966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A787052-3FE8-405F-8EB4-7D111EE9EF28}" type="doc">
      <dgm:prSet loTypeId="urn:microsoft.com/office/officeart/2018/2/layout/IconLabelList" loCatId="icon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E3C262E-D285-4CFE-930A-1C0EB2E11A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Logical Thinking Development: </a:t>
          </a:r>
          <a:r>
            <a:rPr lang="en-US"/>
            <a:t>Participants enhance logical thinking abilities through systematic problem-solving and strategic game mechanics engagement.</a:t>
          </a:r>
        </a:p>
      </dgm:t>
    </dgm:pt>
    <dgm:pt modelId="{C514A28C-C192-4B6E-8145-812B6A22DCC9}" type="parTrans" cxnId="{0121C9E2-AE99-4F68-B362-02B1A3C86661}">
      <dgm:prSet/>
      <dgm:spPr/>
      <dgm:t>
        <a:bodyPr/>
        <a:lstStyle/>
        <a:p>
          <a:endParaRPr lang="en-US"/>
        </a:p>
      </dgm:t>
    </dgm:pt>
    <dgm:pt modelId="{AD893D0E-30D0-48FF-8506-7CE2D683E5E9}" type="sibTrans" cxnId="{0121C9E2-AE99-4F68-B362-02B1A3C86661}">
      <dgm:prSet/>
      <dgm:spPr/>
      <dgm:t>
        <a:bodyPr/>
        <a:lstStyle/>
        <a:p>
          <a:endParaRPr lang="en-US"/>
        </a:p>
      </dgm:t>
    </dgm:pt>
    <dgm:pt modelId="{40939530-5472-4A4F-B836-24678EA301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Python Proficiency Gains: </a:t>
          </a:r>
          <a:r>
            <a:rPr lang="en-US"/>
            <a:t>The project significantly deepens understanding of Python, reinforcing core concepts through hands-on programming challenges.</a:t>
          </a:r>
        </a:p>
      </dgm:t>
    </dgm:pt>
    <dgm:pt modelId="{6B918D48-052B-4B70-ADA1-E7C5B3B2A86B}" type="parTrans" cxnId="{AC4B6E39-73C0-487A-836F-37681E6592D5}">
      <dgm:prSet/>
      <dgm:spPr/>
      <dgm:t>
        <a:bodyPr/>
        <a:lstStyle/>
        <a:p>
          <a:endParaRPr lang="en-US"/>
        </a:p>
      </dgm:t>
    </dgm:pt>
    <dgm:pt modelId="{B686A229-A912-474E-8001-E211113F221B}" type="sibTrans" cxnId="{AC4B6E39-73C0-487A-836F-37681E6592D5}">
      <dgm:prSet/>
      <dgm:spPr/>
      <dgm:t>
        <a:bodyPr/>
        <a:lstStyle/>
        <a:p>
          <a:endParaRPr lang="en-US"/>
        </a:p>
      </dgm:t>
    </dgm:pt>
    <dgm:pt modelId="{AD7F566D-6981-4C9F-B873-ABF8BFBEDA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Turtle Library Familiarity: </a:t>
          </a:r>
          <a:r>
            <a:rPr lang="en-US"/>
            <a:t>Utilizing the Turtle library enhances graphical programming fluency, fostering creativity in user-driven design implementations.</a:t>
          </a:r>
        </a:p>
      </dgm:t>
    </dgm:pt>
    <dgm:pt modelId="{01B15A38-E28D-4368-97FC-67D27605A5AF}" type="parTrans" cxnId="{1B1A8783-9EFD-413C-A950-450AFEBE7AC6}">
      <dgm:prSet/>
      <dgm:spPr/>
      <dgm:t>
        <a:bodyPr/>
        <a:lstStyle/>
        <a:p>
          <a:endParaRPr lang="en-US"/>
        </a:p>
      </dgm:t>
    </dgm:pt>
    <dgm:pt modelId="{1454F9A7-4E00-4208-98D9-853A7D6F03A8}" type="sibTrans" cxnId="{1B1A8783-9EFD-413C-A950-450AFEBE7AC6}">
      <dgm:prSet/>
      <dgm:spPr/>
      <dgm:t>
        <a:bodyPr/>
        <a:lstStyle/>
        <a:p>
          <a:endParaRPr lang="en-US"/>
        </a:p>
      </dgm:t>
    </dgm:pt>
    <dgm:pt modelId="{7C118E3C-C3CA-46D2-A70C-E79561FC419C}" type="pres">
      <dgm:prSet presAssocID="{6A787052-3FE8-405F-8EB4-7D111EE9EF28}" presName="root" presStyleCnt="0">
        <dgm:presLayoutVars>
          <dgm:dir/>
          <dgm:resizeHandles val="exact"/>
        </dgm:presLayoutVars>
      </dgm:prSet>
      <dgm:spPr/>
    </dgm:pt>
    <dgm:pt modelId="{F6EF1E3D-04E2-4543-B5F3-645022CF5EFF}" type="pres">
      <dgm:prSet presAssocID="{4E3C262E-D285-4CFE-930A-1C0EB2E11A45}" presName="compNode" presStyleCnt="0"/>
      <dgm:spPr/>
    </dgm:pt>
    <dgm:pt modelId="{EF8D06FC-B4D9-487F-878D-33D269D6EE2F}" type="pres">
      <dgm:prSet presAssocID="{4E3C262E-D285-4CFE-930A-1C0EB2E11A4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88D4842-1330-4430-A61A-46F1D133C879}" type="pres">
      <dgm:prSet presAssocID="{4E3C262E-D285-4CFE-930A-1C0EB2E11A45}" presName="spaceRect" presStyleCnt="0"/>
      <dgm:spPr/>
    </dgm:pt>
    <dgm:pt modelId="{80089A23-5178-44E5-A1C3-CEE16AA4CDA4}" type="pres">
      <dgm:prSet presAssocID="{4E3C262E-D285-4CFE-930A-1C0EB2E11A45}" presName="textRect" presStyleLbl="revTx" presStyleIdx="0" presStyleCnt="3">
        <dgm:presLayoutVars>
          <dgm:chMax val="1"/>
          <dgm:chPref val="1"/>
        </dgm:presLayoutVars>
      </dgm:prSet>
      <dgm:spPr/>
    </dgm:pt>
    <dgm:pt modelId="{88A39A20-FBD9-482F-A90F-D4277D6CE011}" type="pres">
      <dgm:prSet presAssocID="{AD893D0E-30D0-48FF-8506-7CE2D683E5E9}" presName="sibTrans" presStyleCnt="0"/>
      <dgm:spPr/>
    </dgm:pt>
    <dgm:pt modelId="{FA12A77A-3A8F-4F52-858E-07A6E69D5D4D}" type="pres">
      <dgm:prSet presAssocID="{40939530-5472-4A4F-B836-24678EA301DE}" presName="compNode" presStyleCnt="0"/>
      <dgm:spPr/>
    </dgm:pt>
    <dgm:pt modelId="{84FFB128-AEAE-4CE1-89DE-2C5EBB5F22E4}" type="pres">
      <dgm:prSet presAssocID="{40939530-5472-4A4F-B836-24678EA301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881967E-4CF9-491A-B7B5-DF48D08661CF}" type="pres">
      <dgm:prSet presAssocID="{40939530-5472-4A4F-B836-24678EA301DE}" presName="spaceRect" presStyleCnt="0"/>
      <dgm:spPr/>
    </dgm:pt>
    <dgm:pt modelId="{6BE6A74E-127F-4988-939B-27824AD97FB0}" type="pres">
      <dgm:prSet presAssocID="{40939530-5472-4A4F-B836-24678EA301DE}" presName="textRect" presStyleLbl="revTx" presStyleIdx="1" presStyleCnt="3">
        <dgm:presLayoutVars>
          <dgm:chMax val="1"/>
          <dgm:chPref val="1"/>
        </dgm:presLayoutVars>
      </dgm:prSet>
      <dgm:spPr/>
    </dgm:pt>
    <dgm:pt modelId="{FEFA6026-226F-456F-A1BE-B40EE38F90A3}" type="pres">
      <dgm:prSet presAssocID="{B686A229-A912-474E-8001-E211113F221B}" presName="sibTrans" presStyleCnt="0"/>
      <dgm:spPr/>
    </dgm:pt>
    <dgm:pt modelId="{9234B496-416F-4C69-9358-2222392F6E77}" type="pres">
      <dgm:prSet presAssocID="{AD7F566D-6981-4C9F-B873-ABF8BFBEDA55}" presName="compNode" presStyleCnt="0"/>
      <dgm:spPr/>
    </dgm:pt>
    <dgm:pt modelId="{7E6206BD-578B-4E4C-B3C3-FC0E101FC9CF}" type="pres">
      <dgm:prSet presAssocID="{AD7F566D-6981-4C9F-B873-ABF8BFBEDA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B32E6C85-CA69-48EA-B708-26B0D77E9706}" type="pres">
      <dgm:prSet presAssocID="{AD7F566D-6981-4C9F-B873-ABF8BFBEDA55}" presName="spaceRect" presStyleCnt="0"/>
      <dgm:spPr/>
    </dgm:pt>
    <dgm:pt modelId="{887CE179-B397-4B28-ABF2-4A2710C631B5}" type="pres">
      <dgm:prSet presAssocID="{AD7F566D-6981-4C9F-B873-ABF8BFBEDA5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83F120B-4048-4CA4-89CE-D0527584576D}" type="presOf" srcId="{6A787052-3FE8-405F-8EB4-7D111EE9EF28}" destId="{7C118E3C-C3CA-46D2-A70C-E79561FC419C}" srcOrd="0" destOrd="0" presId="urn:microsoft.com/office/officeart/2018/2/layout/IconLabelList"/>
    <dgm:cxn modelId="{AC4B6E39-73C0-487A-836F-37681E6592D5}" srcId="{6A787052-3FE8-405F-8EB4-7D111EE9EF28}" destId="{40939530-5472-4A4F-B836-24678EA301DE}" srcOrd="1" destOrd="0" parTransId="{6B918D48-052B-4B70-ADA1-E7C5B3B2A86B}" sibTransId="{B686A229-A912-474E-8001-E211113F221B}"/>
    <dgm:cxn modelId="{C5E64C62-119C-44D9-82FA-66FC2B340DDA}" type="presOf" srcId="{40939530-5472-4A4F-B836-24678EA301DE}" destId="{6BE6A74E-127F-4988-939B-27824AD97FB0}" srcOrd="0" destOrd="0" presId="urn:microsoft.com/office/officeart/2018/2/layout/IconLabelList"/>
    <dgm:cxn modelId="{238E4A49-28F7-4098-9ADD-388C7C417690}" type="presOf" srcId="{AD7F566D-6981-4C9F-B873-ABF8BFBEDA55}" destId="{887CE179-B397-4B28-ABF2-4A2710C631B5}" srcOrd="0" destOrd="0" presId="urn:microsoft.com/office/officeart/2018/2/layout/IconLabelList"/>
    <dgm:cxn modelId="{1B1A8783-9EFD-413C-A950-450AFEBE7AC6}" srcId="{6A787052-3FE8-405F-8EB4-7D111EE9EF28}" destId="{AD7F566D-6981-4C9F-B873-ABF8BFBEDA55}" srcOrd="2" destOrd="0" parTransId="{01B15A38-E28D-4368-97FC-67D27605A5AF}" sibTransId="{1454F9A7-4E00-4208-98D9-853A7D6F03A8}"/>
    <dgm:cxn modelId="{E138A198-E5B7-4D88-B9F1-717462635032}" type="presOf" srcId="{4E3C262E-D285-4CFE-930A-1C0EB2E11A45}" destId="{80089A23-5178-44E5-A1C3-CEE16AA4CDA4}" srcOrd="0" destOrd="0" presId="urn:microsoft.com/office/officeart/2018/2/layout/IconLabelList"/>
    <dgm:cxn modelId="{0121C9E2-AE99-4F68-B362-02B1A3C86661}" srcId="{6A787052-3FE8-405F-8EB4-7D111EE9EF28}" destId="{4E3C262E-D285-4CFE-930A-1C0EB2E11A45}" srcOrd="0" destOrd="0" parTransId="{C514A28C-C192-4B6E-8145-812B6A22DCC9}" sibTransId="{AD893D0E-30D0-48FF-8506-7CE2D683E5E9}"/>
    <dgm:cxn modelId="{F3FF88D7-45F5-4060-BB5A-2337D06687BC}" type="presParOf" srcId="{7C118E3C-C3CA-46D2-A70C-E79561FC419C}" destId="{F6EF1E3D-04E2-4543-B5F3-645022CF5EFF}" srcOrd="0" destOrd="0" presId="urn:microsoft.com/office/officeart/2018/2/layout/IconLabelList"/>
    <dgm:cxn modelId="{9CA8BC1E-15C6-44CC-BCC5-0C04EC2351B9}" type="presParOf" srcId="{F6EF1E3D-04E2-4543-B5F3-645022CF5EFF}" destId="{EF8D06FC-B4D9-487F-878D-33D269D6EE2F}" srcOrd="0" destOrd="0" presId="urn:microsoft.com/office/officeart/2018/2/layout/IconLabelList"/>
    <dgm:cxn modelId="{CC83CEAC-0830-489D-853B-95F41FDB928F}" type="presParOf" srcId="{F6EF1E3D-04E2-4543-B5F3-645022CF5EFF}" destId="{C88D4842-1330-4430-A61A-46F1D133C879}" srcOrd="1" destOrd="0" presId="urn:microsoft.com/office/officeart/2018/2/layout/IconLabelList"/>
    <dgm:cxn modelId="{926EB8A9-D262-4CDD-B0A2-EF68072B4ABF}" type="presParOf" srcId="{F6EF1E3D-04E2-4543-B5F3-645022CF5EFF}" destId="{80089A23-5178-44E5-A1C3-CEE16AA4CDA4}" srcOrd="2" destOrd="0" presId="urn:microsoft.com/office/officeart/2018/2/layout/IconLabelList"/>
    <dgm:cxn modelId="{570A895E-C01B-46A1-AF17-BFF78F46B9B9}" type="presParOf" srcId="{7C118E3C-C3CA-46D2-A70C-E79561FC419C}" destId="{88A39A20-FBD9-482F-A90F-D4277D6CE011}" srcOrd="1" destOrd="0" presId="urn:microsoft.com/office/officeart/2018/2/layout/IconLabelList"/>
    <dgm:cxn modelId="{291D443B-35DC-4AAA-B099-4A0B251499F3}" type="presParOf" srcId="{7C118E3C-C3CA-46D2-A70C-E79561FC419C}" destId="{FA12A77A-3A8F-4F52-858E-07A6E69D5D4D}" srcOrd="2" destOrd="0" presId="urn:microsoft.com/office/officeart/2018/2/layout/IconLabelList"/>
    <dgm:cxn modelId="{5E5EA6DF-9F2D-4773-BF6B-1609136A8142}" type="presParOf" srcId="{FA12A77A-3A8F-4F52-858E-07A6E69D5D4D}" destId="{84FFB128-AEAE-4CE1-89DE-2C5EBB5F22E4}" srcOrd="0" destOrd="0" presId="urn:microsoft.com/office/officeart/2018/2/layout/IconLabelList"/>
    <dgm:cxn modelId="{0D95E610-E31F-45E0-B754-DF3CA9329C60}" type="presParOf" srcId="{FA12A77A-3A8F-4F52-858E-07A6E69D5D4D}" destId="{3881967E-4CF9-491A-B7B5-DF48D08661CF}" srcOrd="1" destOrd="0" presId="urn:microsoft.com/office/officeart/2018/2/layout/IconLabelList"/>
    <dgm:cxn modelId="{D1072179-866A-49AA-814F-67F851C45A3B}" type="presParOf" srcId="{FA12A77A-3A8F-4F52-858E-07A6E69D5D4D}" destId="{6BE6A74E-127F-4988-939B-27824AD97FB0}" srcOrd="2" destOrd="0" presId="urn:microsoft.com/office/officeart/2018/2/layout/IconLabelList"/>
    <dgm:cxn modelId="{EC178CC2-28E4-4E80-B33C-07500B1AFC36}" type="presParOf" srcId="{7C118E3C-C3CA-46D2-A70C-E79561FC419C}" destId="{FEFA6026-226F-456F-A1BE-B40EE38F90A3}" srcOrd="3" destOrd="0" presId="urn:microsoft.com/office/officeart/2018/2/layout/IconLabelList"/>
    <dgm:cxn modelId="{4237D39E-9C46-4A2D-99BB-D5E5CE0FBBDA}" type="presParOf" srcId="{7C118E3C-C3CA-46D2-A70C-E79561FC419C}" destId="{9234B496-416F-4C69-9358-2222392F6E77}" srcOrd="4" destOrd="0" presId="urn:microsoft.com/office/officeart/2018/2/layout/IconLabelList"/>
    <dgm:cxn modelId="{C7FC8D53-1DA6-4502-BA81-E6BB4393B2DB}" type="presParOf" srcId="{9234B496-416F-4C69-9358-2222392F6E77}" destId="{7E6206BD-578B-4E4C-B3C3-FC0E101FC9CF}" srcOrd="0" destOrd="0" presId="urn:microsoft.com/office/officeart/2018/2/layout/IconLabelList"/>
    <dgm:cxn modelId="{939A2F8F-68F0-477F-9099-070D0B898459}" type="presParOf" srcId="{9234B496-416F-4C69-9358-2222392F6E77}" destId="{B32E6C85-CA69-48EA-B708-26B0D77E9706}" srcOrd="1" destOrd="0" presId="urn:microsoft.com/office/officeart/2018/2/layout/IconLabelList"/>
    <dgm:cxn modelId="{540C8BC1-0F6C-4C5C-8B49-6E0CBF402032}" type="presParOf" srcId="{9234B496-416F-4C69-9358-2222392F6E77}" destId="{887CE179-B397-4B28-ABF2-4A2710C631B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5E0BD-FF06-4B40-A9C5-C35A89D3116E}">
      <dsp:nvSpPr>
        <dsp:cNvPr id="0" name=""/>
        <dsp:cNvSpPr/>
      </dsp:nvSpPr>
      <dsp:spPr>
        <a:xfrm>
          <a:off x="151869" y="-60662"/>
          <a:ext cx="4302302" cy="4302302"/>
        </a:xfrm>
        <a:prstGeom prst="circularArrow">
          <a:avLst>
            <a:gd name="adj1" fmla="val 5544"/>
            <a:gd name="adj2" fmla="val 330680"/>
            <a:gd name="adj3" fmla="val 14899095"/>
            <a:gd name="adj4" fmla="val 16733611"/>
            <a:gd name="adj5" fmla="val 5757"/>
          </a:avLst>
        </a:prstGeom>
        <a:gradFill rotWithShape="0">
          <a:gsLst>
            <a:gs pos="0">
              <a:schemeClr val="accent6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9262080D-256B-4D2C-9E85-16F008FDF147}">
      <dsp:nvSpPr>
        <dsp:cNvPr id="0" name=""/>
        <dsp:cNvSpPr/>
      </dsp:nvSpPr>
      <dsp:spPr>
        <a:xfrm>
          <a:off x="1818352" y="267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Introduction</a:t>
          </a:r>
        </a:p>
      </dsp:txBody>
      <dsp:txXfrm>
        <a:off x="1842012" y="26339"/>
        <a:ext cx="922017" cy="437348"/>
      </dsp:txXfrm>
    </dsp:sp>
    <dsp:sp modelId="{14CE3CEF-7DB4-4DBB-AF26-49269C35F116}">
      <dsp:nvSpPr>
        <dsp:cNvPr id="0" name=""/>
        <dsp:cNvSpPr/>
      </dsp:nvSpPr>
      <dsp:spPr>
        <a:xfrm>
          <a:off x="2896744" y="35306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Project Goals</a:t>
          </a:r>
        </a:p>
      </dsp:txBody>
      <dsp:txXfrm>
        <a:off x="2920404" y="376729"/>
        <a:ext cx="922017" cy="437348"/>
      </dsp:txXfrm>
    </dsp:sp>
    <dsp:sp modelId="{2AC6BCD6-97D7-4966-96C7-FAE68BDC9BEE}">
      <dsp:nvSpPr>
        <dsp:cNvPr id="0" name=""/>
        <dsp:cNvSpPr/>
      </dsp:nvSpPr>
      <dsp:spPr>
        <a:xfrm>
          <a:off x="3563227" y="1270405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Tools Used</a:t>
          </a:r>
        </a:p>
      </dsp:txBody>
      <dsp:txXfrm>
        <a:off x="3586887" y="1294065"/>
        <a:ext cx="922017" cy="437348"/>
      </dsp:txXfrm>
    </dsp:sp>
    <dsp:sp modelId="{FEE94AF0-92A9-411E-827F-296F2D6CC735}">
      <dsp:nvSpPr>
        <dsp:cNvPr id="0" name=""/>
        <dsp:cNvSpPr/>
      </dsp:nvSpPr>
      <dsp:spPr>
        <a:xfrm>
          <a:off x="3563227" y="2404293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Game Overview</a:t>
          </a:r>
        </a:p>
      </dsp:txBody>
      <dsp:txXfrm>
        <a:off x="3586887" y="2427953"/>
        <a:ext cx="922017" cy="437348"/>
      </dsp:txXfrm>
    </dsp:sp>
    <dsp:sp modelId="{4F302EB0-1827-4709-B18B-BA604E184A84}">
      <dsp:nvSpPr>
        <dsp:cNvPr id="0" name=""/>
        <dsp:cNvSpPr/>
      </dsp:nvSpPr>
      <dsp:spPr>
        <a:xfrm>
          <a:off x="2896744" y="332162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Interface Design</a:t>
          </a:r>
        </a:p>
      </dsp:txBody>
      <dsp:txXfrm>
        <a:off x="2920404" y="3345289"/>
        <a:ext cx="922017" cy="437348"/>
      </dsp:txXfrm>
    </dsp:sp>
    <dsp:sp modelId="{BC76F4BC-63C8-419C-84B3-D82EF777D9E2}">
      <dsp:nvSpPr>
        <dsp:cNvPr id="0" name=""/>
        <dsp:cNvSpPr/>
      </dsp:nvSpPr>
      <dsp:spPr>
        <a:xfrm>
          <a:off x="1818352" y="367201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Ball and Paddle Movement</a:t>
          </a:r>
        </a:p>
      </dsp:txBody>
      <dsp:txXfrm>
        <a:off x="1842012" y="3695679"/>
        <a:ext cx="922017" cy="437348"/>
      </dsp:txXfrm>
    </dsp:sp>
    <dsp:sp modelId="{F23FA2FC-244F-436F-8A2D-6BF821DA1A28}">
      <dsp:nvSpPr>
        <dsp:cNvPr id="0" name=""/>
        <dsp:cNvSpPr/>
      </dsp:nvSpPr>
      <dsp:spPr>
        <a:xfrm>
          <a:off x="739959" y="332162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Scoring System</a:t>
          </a:r>
        </a:p>
      </dsp:txBody>
      <dsp:txXfrm>
        <a:off x="763619" y="3345289"/>
        <a:ext cx="922017" cy="437348"/>
      </dsp:txXfrm>
    </dsp:sp>
    <dsp:sp modelId="{BE34C1CE-CDB3-4932-A473-DF7F2F738A8B}">
      <dsp:nvSpPr>
        <dsp:cNvPr id="0" name=""/>
        <dsp:cNvSpPr/>
      </dsp:nvSpPr>
      <dsp:spPr>
        <a:xfrm>
          <a:off x="73476" y="2404293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Code Overview</a:t>
          </a:r>
        </a:p>
      </dsp:txBody>
      <dsp:txXfrm>
        <a:off x="97136" y="2427953"/>
        <a:ext cx="922017" cy="437348"/>
      </dsp:txXfrm>
    </dsp:sp>
    <dsp:sp modelId="{2D7D2E99-1FA0-4FFF-B165-04E7852B7FF6}">
      <dsp:nvSpPr>
        <dsp:cNvPr id="0" name=""/>
        <dsp:cNvSpPr/>
      </dsp:nvSpPr>
      <dsp:spPr>
        <a:xfrm>
          <a:off x="73476" y="1270405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Challenges Faced</a:t>
          </a:r>
        </a:p>
      </dsp:txBody>
      <dsp:txXfrm>
        <a:off x="97136" y="1294065"/>
        <a:ext cx="922017" cy="437348"/>
      </dsp:txXfrm>
    </dsp:sp>
    <dsp:sp modelId="{9C603568-0E52-48FE-9B1E-B9EACF1F87D6}">
      <dsp:nvSpPr>
        <dsp:cNvPr id="0" name=""/>
        <dsp:cNvSpPr/>
      </dsp:nvSpPr>
      <dsp:spPr>
        <a:xfrm>
          <a:off x="739959" y="353069"/>
          <a:ext cx="969337" cy="48466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Future Improvements</a:t>
          </a:r>
        </a:p>
      </dsp:txBody>
      <dsp:txXfrm>
        <a:off x="763619" y="376729"/>
        <a:ext cx="922017" cy="437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28EA3-B2C8-42DD-87DA-A851F13D527F}">
      <dsp:nvSpPr>
        <dsp:cNvPr id="0" name=""/>
        <dsp:cNvSpPr/>
      </dsp:nvSpPr>
      <dsp:spPr>
        <a:xfrm>
          <a:off x="651069" y="398586"/>
          <a:ext cx="4960190" cy="4960190"/>
        </a:xfrm>
        <a:prstGeom prst="pie">
          <a:avLst>
            <a:gd name="adj1" fmla="val 16200000"/>
            <a:gd name="adj2" fmla="val 18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Game Concept Overview: </a:t>
          </a:r>
          <a:r>
            <a:rPr lang="en-US" sz="1400" kern="1200"/>
            <a:t>The Ping Pong game simulates a classic arcade experience, focusing on engaging gameplay and skill development.</a:t>
          </a:r>
        </a:p>
      </dsp:txBody>
      <dsp:txXfrm>
        <a:off x="3347878" y="1313860"/>
        <a:ext cx="1682921" cy="1653396"/>
      </dsp:txXfrm>
    </dsp:sp>
    <dsp:sp modelId="{1F6239E4-B3D2-4889-BBC8-9429310C1EF7}">
      <dsp:nvSpPr>
        <dsp:cNvPr id="0" name=""/>
        <dsp:cNvSpPr/>
      </dsp:nvSpPr>
      <dsp:spPr>
        <a:xfrm>
          <a:off x="395383" y="546211"/>
          <a:ext cx="4960190" cy="4960190"/>
        </a:xfrm>
        <a:prstGeom prst="pie">
          <a:avLst>
            <a:gd name="adj1" fmla="val 1800000"/>
            <a:gd name="adj2" fmla="val 90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Primary Objectives: </a:t>
          </a:r>
          <a:r>
            <a:rPr lang="en-US" sz="1400" kern="1200"/>
            <a:t>Developing programming skills and delivering entertainment simultaneously, enhancing learning through interactive participation.</a:t>
          </a:r>
        </a:p>
      </dsp:txBody>
      <dsp:txXfrm>
        <a:off x="1753531" y="3675855"/>
        <a:ext cx="2243895" cy="1535297"/>
      </dsp:txXfrm>
    </dsp:sp>
    <dsp:sp modelId="{71B9BD36-4328-47E4-957E-DB8A01837AD5}">
      <dsp:nvSpPr>
        <dsp:cNvPr id="0" name=""/>
        <dsp:cNvSpPr/>
      </dsp:nvSpPr>
      <dsp:spPr>
        <a:xfrm>
          <a:off x="395383" y="546211"/>
          <a:ext cx="4960190" cy="4960190"/>
        </a:xfrm>
        <a:prstGeom prst="pie">
          <a:avLst>
            <a:gd name="adj1" fmla="val 90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Educational Aspects: </a:t>
          </a:r>
          <a:r>
            <a:rPr lang="en-US" sz="1400" kern="1200"/>
            <a:t>Players learn coding concepts while enjoying dynamic gameplay, fostering both cognitive and practical skills.</a:t>
          </a:r>
        </a:p>
      </dsp:txBody>
      <dsp:txXfrm>
        <a:off x="926832" y="1520534"/>
        <a:ext cx="1682921" cy="1653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820E1-D7C9-4F1B-8102-A1B946ED03F9}">
      <dsp:nvSpPr>
        <dsp:cNvPr id="0" name=""/>
        <dsp:cNvSpPr/>
      </dsp:nvSpPr>
      <dsp:spPr>
        <a:xfrm>
          <a:off x="0" y="519"/>
          <a:ext cx="5392949" cy="12163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B744F-C053-4187-A567-2D30112BBC73}">
      <dsp:nvSpPr>
        <dsp:cNvPr id="0" name=""/>
        <dsp:cNvSpPr/>
      </dsp:nvSpPr>
      <dsp:spPr>
        <a:xfrm>
          <a:off x="367948" y="274200"/>
          <a:ext cx="668997" cy="6689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48928-7E2A-40C5-BDD8-785325E42F94}">
      <dsp:nvSpPr>
        <dsp:cNvPr id="0" name=""/>
        <dsp:cNvSpPr/>
      </dsp:nvSpPr>
      <dsp:spPr>
        <a:xfrm>
          <a:off x="1404893" y="519"/>
          <a:ext cx="3988055" cy="1216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31" tIns="128731" rIns="128731" bIns="12873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Fostering Creativity: </a:t>
          </a:r>
          <a:r>
            <a:rPr lang="en-US" sz="1500" kern="1200"/>
            <a:t>The project encourages players to harness creativity, enabling custom game modifications and personalized experiences.</a:t>
          </a:r>
        </a:p>
      </dsp:txBody>
      <dsp:txXfrm>
        <a:off x="1404893" y="519"/>
        <a:ext cx="3988055" cy="1216358"/>
      </dsp:txXfrm>
    </dsp:sp>
    <dsp:sp modelId="{0871B1EC-CD12-4894-A780-82C6321B776D}">
      <dsp:nvSpPr>
        <dsp:cNvPr id="0" name=""/>
        <dsp:cNvSpPr/>
      </dsp:nvSpPr>
      <dsp:spPr>
        <a:xfrm>
          <a:off x="0" y="1520967"/>
          <a:ext cx="5392949" cy="12163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08735-E711-4AB9-9397-D60F0D04823F}">
      <dsp:nvSpPr>
        <dsp:cNvPr id="0" name=""/>
        <dsp:cNvSpPr/>
      </dsp:nvSpPr>
      <dsp:spPr>
        <a:xfrm>
          <a:off x="367948" y="1794648"/>
          <a:ext cx="668997" cy="6689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F33BE-F4EE-4D0E-B8B9-F6AD7749A942}">
      <dsp:nvSpPr>
        <dsp:cNvPr id="0" name=""/>
        <dsp:cNvSpPr/>
      </dsp:nvSpPr>
      <dsp:spPr>
        <a:xfrm>
          <a:off x="1404893" y="1520967"/>
          <a:ext cx="3988055" cy="1216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31" tIns="128731" rIns="128731" bIns="12873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Programming Concepts: </a:t>
          </a:r>
          <a:r>
            <a:rPr lang="en-US" sz="1500" kern="1200"/>
            <a:t>Participants grasp fundamental programming principles, enhancing problem-solving skills within an entertaining gaming context.</a:t>
          </a:r>
        </a:p>
      </dsp:txBody>
      <dsp:txXfrm>
        <a:off x="1404893" y="1520967"/>
        <a:ext cx="3988055" cy="1216358"/>
      </dsp:txXfrm>
    </dsp:sp>
    <dsp:sp modelId="{9100811F-CA76-401B-91D7-A38EB992119D}">
      <dsp:nvSpPr>
        <dsp:cNvPr id="0" name=""/>
        <dsp:cNvSpPr/>
      </dsp:nvSpPr>
      <dsp:spPr>
        <a:xfrm>
          <a:off x="0" y="3041415"/>
          <a:ext cx="5392949" cy="121635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8D18E-27D9-4589-8F9E-F1F83A418516}">
      <dsp:nvSpPr>
        <dsp:cNvPr id="0" name=""/>
        <dsp:cNvSpPr/>
      </dsp:nvSpPr>
      <dsp:spPr>
        <a:xfrm>
          <a:off x="367948" y="3315096"/>
          <a:ext cx="668997" cy="6689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B2A0F-E6BA-47E5-A8B2-E96A0FCB9366}">
      <dsp:nvSpPr>
        <dsp:cNvPr id="0" name=""/>
        <dsp:cNvSpPr/>
      </dsp:nvSpPr>
      <dsp:spPr>
        <a:xfrm>
          <a:off x="1404893" y="3041415"/>
          <a:ext cx="3988055" cy="1216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31" tIns="128731" rIns="128731" bIns="12873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Enjoyable Experience: </a:t>
          </a:r>
          <a:r>
            <a:rPr lang="en-US" sz="1500" kern="1200"/>
            <a:t>The game ensures a captivating experience, balancing educational content with fun, promoting sustained user engagement.</a:t>
          </a:r>
        </a:p>
      </dsp:txBody>
      <dsp:txXfrm>
        <a:off x="1404893" y="3041415"/>
        <a:ext cx="3988055" cy="12163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E0FD2-0D3A-4CDB-A4C3-4F7C8382FC83}">
      <dsp:nvSpPr>
        <dsp:cNvPr id="0" name=""/>
        <dsp:cNvSpPr/>
      </dsp:nvSpPr>
      <dsp:spPr>
        <a:xfrm>
          <a:off x="0" y="0"/>
          <a:ext cx="3850443" cy="11107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Python's Accessibility: </a:t>
          </a:r>
          <a:r>
            <a:rPr lang="en-US" sz="1300" kern="1200"/>
            <a:t>Python's clear syntax and rich community libraries make it ideal for beginners learning programming efficiently.</a:t>
          </a:r>
        </a:p>
      </dsp:txBody>
      <dsp:txXfrm>
        <a:off x="32533" y="32533"/>
        <a:ext cx="2651862" cy="1045678"/>
      </dsp:txXfrm>
    </dsp:sp>
    <dsp:sp modelId="{7ABD4703-9E79-4513-92AC-A02A09EE39FE}">
      <dsp:nvSpPr>
        <dsp:cNvPr id="0" name=""/>
        <dsp:cNvSpPr/>
      </dsp:nvSpPr>
      <dsp:spPr>
        <a:xfrm>
          <a:off x="339744" y="1295868"/>
          <a:ext cx="3850443" cy="1110744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Turtle Graphics Simplification: </a:t>
          </a:r>
          <a:r>
            <a:rPr lang="en-US" sz="1300" kern="1200"/>
            <a:t>The Turtle library abstracts complex graphic functionalities, enabling immediate visual feedback for novice programmers.</a:t>
          </a:r>
        </a:p>
      </dsp:txBody>
      <dsp:txXfrm>
        <a:off x="372277" y="1328401"/>
        <a:ext cx="2723648" cy="1045678"/>
      </dsp:txXfrm>
    </dsp:sp>
    <dsp:sp modelId="{E161BD0D-DD52-47C5-ABED-F52AA06B7277}">
      <dsp:nvSpPr>
        <dsp:cNvPr id="0" name=""/>
        <dsp:cNvSpPr/>
      </dsp:nvSpPr>
      <dsp:spPr>
        <a:xfrm>
          <a:off x="679489" y="2591736"/>
          <a:ext cx="3850443" cy="1110744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Engaging Learning Tool: </a:t>
          </a:r>
          <a:r>
            <a:rPr lang="en-US" sz="1300" kern="1200"/>
            <a:t>Using Python and Turtle promotes curiosity and exploration, enhancing both programming skills and creativity in users.</a:t>
          </a:r>
        </a:p>
      </dsp:txBody>
      <dsp:txXfrm>
        <a:off x="712022" y="2624269"/>
        <a:ext cx="2723648" cy="1045678"/>
      </dsp:txXfrm>
    </dsp:sp>
    <dsp:sp modelId="{BB9097A3-3886-45C3-A858-D4FAC2605F62}">
      <dsp:nvSpPr>
        <dsp:cNvPr id="0" name=""/>
        <dsp:cNvSpPr/>
      </dsp:nvSpPr>
      <dsp:spPr>
        <a:xfrm>
          <a:off x="3128459" y="842314"/>
          <a:ext cx="721983" cy="72198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290905" y="842314"/>
        <a:ext cx="397091" cy="543292"/>
      </dsp:txXfrm>
    </dsp:sp>
    <dsp:sp modelId="{813464E0-A488-4DF8-A1D0-CF2AF8D2A155}">
      <dsp:nvSpPr>
        <dsp:cNvPr id="0" name=""/>
        <dsp:cNvSpPr/>
      </dsp:nvSpPr>
      <dsp:spPr>
        <a:xfrm>
          <a:off x="3468204" y="2130777"/>
          <a:ext cx="721983" cy="72198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630650" y="2130777"/>
        <a:ext cx="397091" cy="543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674B5-5235-4DB5-984C-B2C3B7242D8F}">
      <dsp:nvSpPr>
        <dsp:cNvPr id="0" name=""/>
        <dsp:cNvSpPr/>
      </dsp:nvSpPr>
      <dsp:spPr>
        <a:xfrm>
          <a:off x="0" y="2405"/>
          <a:ext cx="4271853" cy="1203465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336F8-8CEE-4ED8-B6BD-626F384CD6A4}">
      <dsp:nvSpPr>
        <dsp:cNvPr id="0" name=""/>
        <dsp:cNvSpPr/>
      </dsp:nvSpPr>
      <dsp:spPr>
        <a:xfrm>
          <a:off x="364048" y="273185"/>
          <a:ext cx="661906" cy="6619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41864-DD39-4D89-8D40-04916D717219}">
      <dsp:nvSpPr>
        <dsp:cNvPr id="0" name=""/>
        <dsp:cNvSpPr/>
      </dsp:nvSpPr>
      <dsp:spPr>
        <a:xfrm>
          <a:off x="1390002" y="2405"/>
          <a:ext cx="2629122" cy="142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48" tIns="151248" rIns="151248" bIns="1512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Game Launch Process: </a:t>
          </a:r>
          <a:r>
            <a:rPr lang="en-US" sz="1400" kern="1200" dirty="0"/>
            <a:t>Players initiate gameplay by selecting options, loading the game interface, and configuring settings accordingly.</a:t>
          </a:r>
        </a:p>
      </dsp:txBody>
      <dsp:txXfrm>
        <a:off x="1390002" y="2405"/>
        <a:ext cx="2629122" cy="1429115"/>
      </dsp:txXfrm>
    </dsp:sp>
    <dsp:sp modelId="{9D995390-164C-4163-B1B1-CBD7D450011A}">
      <dsp:nvSpPr>
        <dsp:cNvPr id="0" name=""/>
        <dsp:cNvSpPr/>
      </dsp:nvSpPr>
      <dsp:spPr>
        <a:xfrm>
          <a:off x="0" y="1749102"/>
          <a:ext cx="4271853" cy="1203465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3E417-82F5-45B7-84DE-A9139DD5EEA6}">
      <dsp:nvSpPr>
        <dsp:cNvPr id="0" name=""/>
        <dsp:cNvSpPr/>
      </dsp:nvSpPr>
      <dsp:spPr>
        <a:xfrm>
          <a:off x="364048" y="2019882"/>
          <a:ext cx="661906" cy="6619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0C4C7-4795-42EE-B7F8-269D4580E07B}">
      <dsp:nvSpPr>
        <dsp:cNvPr id="0" name=""/>
        <dsp:cNvSpPr/>
      </dsp:nvSpPr>
      <dsp:spPr>
        <a:xfrm>
          <a:off x="1390002" y="1749102"/>
          <a:ext cx="2629122" cy="142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48" tIns="151248" rIns="151248" bIns="1512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Gameplay Structure: </a:t>
          </a:r>
          <a:r>
            <a:rPr lang="en-US" sz="1400" kern="1200" dirty="0"/>
            <a:t>The game follows a sequence of rounds, where players control paddles to bounce the ball strategically.</a:t>
          </a:r>
        </a:p>
      </dsp:txBody>
      <dsp:txXfrm>
        <a:off x="1390002" y="1749102"/>
        <a:ext cx="2629122" cy="1429115"/>
      </dsp:txXfrm>
    </dsp:sp>
    <dsp:sp modelId="{120B697C-F979-4C2C-A7F3-C261C4C6C2CA}">
      <dsp:nvSpPr>
        <dsp:cNvPr id="0" name=""/>
        <dsp:cNvSpPr/>
      </dsp:nvSpPr>
      <dsp:spPr>
        <a:xfrm>
          <a:off x="0" y="3495799"/>
          <a:ext cx="4271853" cy="1203465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284F1-7A8F-4272-99A1-DEF18574F717}">
      <dsp:nvSpPr>
        <dsp:cNvPr id="0" name=""/>
        <dsp:cNvSpPr/>
      </dsp:nvSpPr>
      <dsp:spPr>
        <a:xfrm>
          <a:off x="364048" y="3766579"/>
          <a:ext cx="661906" cy="6619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DC6D0-4773-4118-AC6F-F1ED66A2A182}">
      <dsp:nvSpPr>
        <dsp:cNvPr id="0" name=""/>
        <dsp:cNvSpPr/>
      </dsp:nvSpPr>
      <dsp:spPr>
        <a:xfrm>
          <a:off x="1390002" y="3495799"/>
          <a:ext cx="2629122" cy="142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48" tIns="151248" rIns="151248" bIns="1512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Victory Conditions: </a:t>
          </a:r>
          <a:r>
            <a:rPr lang="en-US" sz="1400" kern="1200"/>
            <a:t>Achieving victory requires players to score a predetermined number of points while outmaneuvering their opponent.</a:t>
          </a:r>
        </a:p>
      </dsp:txBody>
      <dsp:txXfrm>
        <a:off x="1390002" y="3495799"/>
        <a:ext cx="2629122" cy="14291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82D5E-3705-4593-82CF-0AE8BAA89CA0}">
      <dsp:nvSpPr>
        <dsp:cNvPr id="0" name=""/>
        <dsp:cNvSpPr/>
      </dsp:nvSpPr>
      <dsp:spPr>
        <a:xfrm>
          <a:off x="319570" y="1283831"/>
          <a:ext cx="997207" cy="9972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AE78AE-A71F-4B5A-B5FF-2C7854FA06F2}">
      <dsp:nvSpPr>
        <dsp:cNvPr id="0" name=""/>
        <dsp:cNvSpPr/>
      </dsp:nvSpPr>
      <dsp:spPr>
        <a:xfrm>
          <a:off x="532089" y="1496351"/>
          <a:ext cx="572167" cy="572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9B663A-8E6F-4EBF-8305-C9B4855924AB}">
      <dsp:nvSpPr>
        <dsp:cNvPr id="0" name=""/>
        <dsp:cNvSpPr/>
      </dsp:nvSpPr>
      <dsp:spPr>
        <a:xfrm>
          <a:off x="791" y="2591644"/>
          <a:ext cx="1634765" cy="109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Game Interface Design: </a:t>
          </a:r>
          <a:r>
            <a:rPr lang="en-US" sz="1100" kern="1200"/>
            <a:t>The visual layout features a dynamic game screen with intuitive paddle designs and ball representation.</a:t>
          </a:r>
        </a:p>
      </dsp:txBody>
      <dsp:txXfrm>
        <a:off x="791" y="2591644"/>
        <a:ext cx="1634765" cy="1091972"/>
      </dsp:txXfrm>
    </dsp:sp>
    <dsp:sp modelId="{8231D71F-E340-4E42-86DD-5049F4180930}">
      <dsp:nvSpPr>
        <dsp:cNvPr id="0" name=""/>
        <dsp:cNvSpPr/>
      </dsp:nvSpPr>
      <dsp:spPr>
        <a:xfrm>
          <a:off x="2240419" y="1283831"/>
          <a:ext cx="997207" cy="9972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D52258-BEF1-453B-B859-09B63E5405CF}">
      <dsp:nvSpPr>
        <dsp:cNvPr id="0" name=""/>
        <dsp:cNvSpPr/>
      </dsp:nvSpPr>
      <dsp:spPr>
        <a:xfrm>
          <a:off x="2452939" y="1496351"/>
          <a:ext cx="572167" cy="572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CB648D8-6D72-4B04-A1AE-B69A74D57E31}">
      <dsp:nvSpPr>
        <dsp:cNvPr id="0" name=""/>
        <dsp:cNvSpPr/>
      </dsp:nvSpPr>
      <dsp:spPr>
        <a:xfrm>
          <a:off x="1921640" y="2591644"/>
          <a:ext cx="1634765" cy="109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Paddle Functionality: </a:t>
          </a:r>
          <a:r>
            <a:rPr lang="en-US" sz="1100" kern="1200"/>
            <a:t>Paddles are designed for responsive control, allowing players to impact ball movement accurately during gameplay.</a:t>
          </a:r>
        </a:p>
      </dsp:txBody>
      <dsp:txXfrm>
        <a:off x="1921640" y="2591644"/>
        <a:ext cx="1634765" cy="1091972"/>
      </dsp:txXfrm>
    </dsp:sp>
    <dsp:sp modelId="{8DC617BA-BDA3-441C-B516-42D0C1F56A7B}">
      <dsp:nvSpPr>
        <dsp:cNvPr id="0" name=""/>
        <dsp:cNvSpPr/>
      </dsp:nvSpPr>
      <dsp:spPr>
        <a:xfrm>
          <a:off x="4161269" y="1283831"/>
          <a:ext cx="997207" cy="9972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66278F-145E-4AE2-BCA9-7F768CF9B5D8}">
      <dsp:nvSpPr>
        <dsp:cNvPr id="0" name=""/>
        <dsp:cNvSpPr/>
      </dsp:nvSpPr>
      <dsp:spPr>
        <a:xfrm>
          <a:off x="4373789" y="1496351"/>
          <a:ext cx="572167" cy="572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277569-5F4A-4500-9A0A-3BEF49183373}">
      <dsp:nvSpPr>
        <dsp:cNvPr id="0" name=""/>
        <dsp:cNvSpPr/>
      </dsp:nvSpPr>
      <dsp:spPr>
        <a:xfrm>
          <a:off x="3842490" y="2591644"/>
          <a:ext cx="1634765" cy="109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Visual Feedback: </a:t>
          </a:r>
          <a:r>
            <a:rPr lang="en-US" sz="1100" kern="1200"/>
            <a:t>Aesthetically appealing graphics enhance user engagement, contributing to improved learning and interactive experiences.</a:t>
          </a:r>
        </a:p>
      </dsp:txBody>
      <dsp:txXfrm>
        <a:off x="3842490" y="2591644"/>
        <a:ext cx="1634765" cy="10919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19B30-C179-4924-AC71-727606DB8E53}">
      <dsp:nvSpPr>
        <dsp:cNvPr id="0" name=""/>
        <dsp:cNvSpPr/>
      </dsp:nvSpPr>
      <dsp:spPr>
        <a:xfrm>
          <a:off x="0" y="596"/>
          <a:ext cx="6381579" cy="13956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1BA7E-8B94-46C5-9BEF-3D1B204CE965}">
      <dsp:nvSpPr>
        <dsp:cNvPr id="0" name=""/>
        <dsp:cNvSpPr/>
      </dsp:nvSpPr>
      <dsp:spPr>
        <a:xfrm>
          <a:off x="422188" y="314620"/>
          <a:ext cx="767614" cy="767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C6DEE8-5845-4524-A231-AE2E75742F89}">
      <dsp:nvSpPr>
        <dsp:cNvPr id="0" name=""/>
        <dsp:cNvSpPr/>
      </dsp:nvSpPr>
      <dsp:spPr>
        <a:xfrm>
          <a:off x="1611990" y="596"/>
          <a:ext cx="4769588" cy="139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708" tIns="147708" rIns="147708" bIns="147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Ball Movement Logic: </a:t>
          </a:r>
          <a:r>
            <a:rPr lang="en-US" sz="1700" kern="1200"/>
            <a:t>The ball's trajectory follows a constant velocity model with reflection based on collision angles.</a:t>
          </a:r>
        </a:p>
      </dsp:txBody>
      <dsp:txXfrm>
        <a:off x="1611990" y="596"/>
        <a:ext cx="4769588" cy="1395662"/>
      </dsp:txXfrm>
    </dsp:sp>
    <dsp:sp modelId="{8F1F790C-B3B5-481E-BAD0-E6F863ADEE61}">
      <dsp:nvSpPr>
        <dsp:cNvPr id="0" name=""/>
        <dsp:cNvSpPr/>
      </dsp:nvSpPr>
      <dsp:spPr>
        <a:xfrm>
          <a:off x="0" y="1745175"/>
          <a:ext cx="6381579" cy="13956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A3D8BD-8C77-4F06-8B40-1E9D563E41CC}">
      <dsp:nvSpPr>
        <dsp:cNvPr id="0" name=""/>
        <dsp:cNvSpPr/>
      </dsp:nvSpPr>
      <dsp:spPr>
        <a:xfrm>
          <a:off x="422188" y="2059199"/>
          <a:ext cx="767614" cy="767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F7417A-0B3D-46DB-979D-CB05995CAC9B}">
      <dsp:nvSpPr>
        <dsp:cNvPr id="0" name=""/>
        <dsp:cNvSpPr/>
      </dsp:nvSpPr>
      <dsp:spPr>
        <a:xfrm>
          <a:off x="1611990" y="1745175"/>
          <a:ext cx="4769588" cy="139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708" tIns="147708" rIns="147708" bIns="147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Paddle Control Mechanics: </a:t>
          </a:r>
          <a:r>
            <a:rPr lang="en-US" sz="1700" kern="1200"/>
            <a:t>Paddle movements are controlled through user input, enabling precise impact on the ball's direction.</a:t>
          </a:r>
        </a:p>
      </dsp:txBody>
      <dsp:txXfrm>
        <a:off x="1611990" y="1745175"/>
        <a:ext cx="4769588" cy="1395662"/>
      </dsp:txXfrm>
    </dsp:sp>
    <dsp:sp modelId="{0556B578-188D-4C9C-8F86-8AD12F198882}">
      <dsp:nvSpPr>
        <dsp:cNvPr id="0" name=""/>
        <dsp:cNvSpPr/>
      </dsp:nvSpPr>
      <dsp:spPr>
        <a:xfrm>
          <a:off x="0" y="3489753"/>
          <a:ext cx="6381579" cy="13956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100A7-9465-47AC-9BE8-BBB1885CA7A4}">
      <dsp:nvSpPr>
        <dsp:cNvPr id="0" name=""/>
        <dsp:cNvSpPr/>
      </dsp:nvSpPr>
      <dsp:spPr>
        <a:xfrm>
          <a:off x="422188" y="3803777"/>
          <a:ext cx="767614" cy="767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2A4857-B710-42B9-9088-7276987D572D}">
      <dsp:nvSpPr>
        <dsp:cNvPr id="0" name=""/>
        <dsp:cNvSpPr/>
      </dsp:nvSpPr>
      <dsp:spPr>
        <a:xfrm>
          <a:off x="1611990" y="3489753"/>
          <a:ext cx="4769588" cy="139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708" tIns="147708" rIns="147708" bIns="147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Collision Detection: </a:t>
          </a:r>
          <a:r>
            <a:rPr lang="en-US" sz="1700" kern="1200"/>
            <a:t>An iterative algorithm checks for overlaps, determining collision events and adjusting object trajectories accordingly.</a:t>
          </a:r>
        </a:p>
      </dsp:txBody>
      <dsp:txXfrm>
        <a:off x="1611990" y="3489753"/>
        <a:ext cx="4769588" cy="13956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9A146-45D1-4B96-A7A5-2002C9D7A369}">
      <dsp:nvSpPr>
        <dsp:cNvPr id="0" name=""/>
        <dsp:cNvSpPr/>
      </dsp:nvSpPr>
      <dsp:spPr>
        <a:xfrm>
          <a:off x="0" y="745010"/>
          <a:ext cx="2218134" cy="14085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E9E4C1-F9DD-455F-8618-8AC6E57E2505}">
      <dsp:nvSpPr>
        <dsp:cNvPr id="0" name=""/>
        <dsp:cNvSpPr/>
      </dsp:nvSpPr>
      <dsp:spPr>
        <a:xfrm>
          <a:off x="246459" y="979147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Scoring Mechanism: </a:t>
          </a:r>
          <a:r>
            <a:rPr lang="en-US" sz="1400" kern="1200"/>
            <a:t>Points are awarded based on successful hits, recorded in a scoreboard for real-time tracking.</a:t>
          </a:r>
        </a:p>
      </dsp:txBody>
      <dsp:txXfrm>
        <a:off x="287713" y="1020401"/>
        <a:ext cx="2135626" cy="1326007"/>
      </dsp:txXfrm>
    </dsp:sp>
    <dsp:sp modelId="{982FBD68-6C2C-4709-B1CE-2F98D128A409}">
      <dsp:nvSpPr>
        <dsp:cNvPr id="0" name=""/>
        <dsp:cNvSpPr/>
      </dsp:nvSpPr>
      <dsp:spPr>
        <a:xfrm>
          <a:off x="2711053" y="745010"/>
          <a:ext cx="2218134" cy="14085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7F9C7-45C6-4B19-A68F-C9F6D22EFBD0}">
      <dsp:nvSpPr>
        <dsp:cNvPr id="0" name=""/>
        <dsp:cNvSpPr/>
      </dsp:nvSpPr>
      <dsp:spPr>
        <a:xfrm>
          <a:off x="2957512" y="979147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Player Points Tracking: </a:t>
          </a:r>
          <a:r>
            <a:rPr lang="en-US" sz="1400" kern="1200"/>
            <a:t>Each player's score is incremented after every successful point, visible on the game interface.</a:t>
          </a:r>
        </a:p>
      </dsp:txBody>
      <dsp:txXfrm>
        <a:off x="2998766" y="1020401"/>
        <a:ext cx="2135626" cy="1326007"/>
      </dsp:txXfrm>
    </dsp:sp>
    <dsp:sp modelId="{0F745D3A-713C-45CA-B19D-944DC94314A7}">
      <dsp:nvSpPr>
        <dsp:cNvPr id="0" name=""/>
        <dsp:cNvSpPr/>
      </dsp:nvSpPr>
      <dsp:spPr>
        <a:xfrm>
          <a:off x="5422106" y="745010"/>
          <a:ext cx="2218134" cy="14085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D9C372-B63C-4FB6-A780-FF7648844972}">
      <dsp:nvSpPr>
        <dsp:cNvPr id="0" name=""/>
        <dsp:cNvSpPr/>
      </dsp:nvSpPr>
      <dsp:spPr>
        <a:xfrm>
          <a:off x="5668565" y="979147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Winning Criteria: </a:t>
          </a:r>
          <a:r>
            <a:rPr lang="en-US" sz="1400" kern="1200"/>
            <a:t>The winner is determined when a player achieves the target score, concluding the match decisively.</a:t>
          </a:r>
        </a:p>
      </dsp:txBody>
      <dsp:txXfrm>
        <a:off x="5709819" y="1020401"/>
        <a:ext cx="2135626" cy="13260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A9FA0-1840-40BB-B8C1-2371B190925D}">
      <dsp:nvSpPr>
        <dsp:cNvPr id="0" name=""/>
        <dsp:cNvSpPr/>
      </dsp:nvSpPr>
      <dsp:spPr>
        <a:xfrm>
          <a:off x="0" y="1730"/>
          <a:ext cx="289500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B3277-F58E-4E5A-A2E8-9FA65F4C11B5}">
      <dsp:nvSpPr>
        <dsp:cNvPr id="0" name=""/>
        <dsp:cNvSpPr/>
      </dsp:nvSpPr>
      <dsp:spPr>
        <a:xfrm>
          <a:off x="0" y="1730"/>
          <a:ext cx="2895002" cy="118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Movement Control Code: </a:t>
          </a:r>
          <a:r>
            <a:rPr lang="en-US" sz="1300" kern="1200"/>
            <a:t>Key functions dictate the ball and paddle movements, ensuring responsiveness and fluid gameplay dynamics.</a:t>
          </a:r>
        </a:p>
      </dsp:txBody>
      <dsp:txXfrm>
        <a:off x="0" y="1730"/>
        <a:ext cx="2895002" cy="1180415"/>
      </dsp:txXfrm>
    </dsp:sp>
    <dsp:sp modelId="{EEC71A46-B302-4EF8-98CA-13754C0005F2}">
      <dsp:nvSpPr>
        <dsp:cNvPr id="0" name=""/>
        <dsp:cNvSpPr/>
      </dsp:nvSpPr>
      <dsp:spPr>
        <a:xfrm>
          <a:off x="0" y="1182145"/>
          <a:ext cx="2895002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3A8F0-F7C1-4D57-AC78-CC766D2A6E5F}">
      <dsp:nvSpPr>
        <dsp:cNvPr id="0" name=""/>
        <dsp:cNvSpPr/>
      </dsp:nvSpPr>
      <dsp:spPr>
        <a:xfrm>
          <a:off x="0" y="1182145"/>
          <a:ext cx="2895002" cy="118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Collision Detection Function: </a:t>
          </a:r>
          <a:r>
            <a:rPr lang="en-US" sz="1300" kern="1200"/>
            <a:t>The core algorithm efficiently identifies collisions, adjusting trajectories to simulate realistic interactions accurately.</a:t>
          </a:r>
        </a:p>
      </dsp:txBody>
      <dsp:txXfrm>
        <a:off x="0" y="1182145"/>
        <a:ext cx="2895002" cy="1180415"/>
      </dsp:txXfrm>
    </dsp:sp>
    <dsp:sp modelId="{46F233F2-C5BA-4078-878A-46F8C93E1200}">
      <dsp:nvSpPr>
        <dsp:cNvPr id="0" name=""/>
        <dsp:cNvSpPr/>
      </dsp:nvSpPr>
      <dsp:spPr>
        <a:xfrm>
          <a:off x="0" y="2362561"/>
          <a:ext cx="2895002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BD3AF-C7B6-4C98-B4DE-BF25B635469E}">
      <dsp:nvSpPr>
        <dsp:cNvPr id="0" name=""/>
        <dsp:cNvSpPr/>
      </dsp:nvSpPr>
      <dsp:spPr>
        <a:xfrm>
          <a:off x="0" y="2362561"/>
          <a:ext cx="2895002" cy="118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Code Efficiency Considerations: </a:t>
          </a:r>
          <a:r>
            <a:rPr lang="en-US" sz="1300" kern="1200"/>
            <a:t>Optimized code execution ensures smooth gameplay and reduces lag, enhancing the overall user experience significantly.</a:t>
          </a:r>
        </a:p>
      </dsp:txBody>
      <dsp:txXfrm>
        <a:off x="0" y="2362561"/>
        <a:ext cx="2895002" cy="11804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EC7FF-8317-44BE-B8BE-2E3258178548}">
      <dsp:nvSpPr>
        <dsp:cNvPr id="0" name=""/>
        <dsp:cNvSpPr/>
      </dsp:nvSpPr>
      <dsp:spPr>
        <a:xfrm>
          <a:off x="199402" y="1434223"/>
          <a:ext cx="788234" cy="78823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E6DAC-8130-46FB-8FB7-5C19B4CEDBDD}">
      <dsp:nvSpPr>
        <dsp:cNvPr id="0" name=""/>
        <dsp:cNvSpPr/>
      </dsp:nvSpPr>
      <dsp:spPr>
        <a:xfrm>
          <a:off x="364931" y="1599752"/>
          <a:ext cx="457176" cy="4571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BB64B-85C8-4CFA-95D6-42A819180B5A}">
      <dsp:nvSpPr>
        <dsp:cNvPr id="0" name=""/>
        <dsp:cNvSpPr/>
      </dsp:nvSpPr>
      <dsp:spPr>
        <a:xfrm>
          <a:off x="1156544" y="1434223"/>
          <a:ext cx="1857981" cy="788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Common Bugs Encountered: </a:t>
          </a:r>
          <a:r>
            <a:rPr lang="en-US" sz="1100" kern="1200"/>
            <a:t>Identified bugs included collision miscalculations, leading to inaccurate interactions during gameplay between objects.</a:t>
          </a:r>
        </a:p>
      </dsp:txBody>
      <dsp:txXfrm>
        <a:off x="1156544" y="1434223"/>
        <a:ext cx="1857981" cy="788234"/>
      </dsp:txXfrm>
    </dsp:sp>
    <dsp:sp modelId="{A2C5B937-D879-4825-A895-0D422C8D0518}">
      <dsp:nvSpPr>
        <dsp:cNvPr id="0" name=""/>
        <dsp:cNvSpPr/>
      </dsp:nvSpPr>
      <dsp:spPr>
        <a:xfrm>
          <a:off x="3338265" y="1434223"/>
          <a:ext cx="788234" cy="788234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2FFCB-86D1-4972-9557-2386B8E02265}">
      <dsp:nvSpPr>
        <dsp:cNvPr id="0" name=""/>
        <dsp:cNvSpPr/>
      </dsp:nvSpPr>
      <dsp:spPr>
        <a:xfrm>
          <a:off x="3503794" y="1599752"/>
          <a:ext cx="457176" cy="4571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7201C-319A-4A51-89B4-A4DDDE3B7416}">
      <dsp:nvSpPr>
        <dsp:cNvPr id="0" name=""/>
        <dsp:cNvSpPr/>
      </dsp:nvSpPr>
      <dsp:spPr>
        <a:xfrm>
          <a:off x="4295407" y="1434223"/>
          <a:ext cx="1857981" cy="788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Logic Problem Resolutions: </a:t>
          </a:r>
          <a:r>
            <a:rPr lang="en-US" sz="1100" kern="1200"/>
            <a:t>Implemented conditional checks and debugging techniques to rectify inconsistencies in scoring and game flow logic.</a:t>
          </a:r>
        </a:p>
      </dsp:txBody>
      <dsp:txXfrm>
        <a:off x="4295407" y="1434223"/>
        <a:ext cx="1857981" cy="788234"/>
      </dsp:txXfrm>
    </dsp:sp>
    <dsp:sp modelId="{E547D2AA-D1E2-4C48-891E-7758349FE6D3}">
      <dsp:nvSpPr>
        <dsp:cNvPr id="0" name=""/>
        <dsp:cNvSpPr/>
      </dsp:nvSpPr>
      <dsp:spPr>
        <a:xfrm>
          <a:off x="199402" y="2546765"/>
          <a:ext cx="788234" cy="788234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0301E-C436-4090-9E84-B3CBB35DADB2}">
      <dsp:nvSpPr>
        <dsp:cNvPr id="0" name=""/>
        <dsp:cNvSpPr/>
      </dsp:nvSpPr>
      <dsp:spPr>
        <a:xfrm>
          <a:off x="364931" y="2712294"/>
          <a:ext cx="457176" cy="4571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71509-1858-46FE-8EDF-A059D53FDD23}">
      <dsp:nvSpPr>
        <dsp:cNvPr id="0" name=""/>
        <dsp:cNvSpPr/>
      </dsp:nvSpPr>
      <dsp:spPr>
        <a:xfrm>
          <a:off x="1156544" y="2546765"/>
          <a:ext cx="1857981" cy="788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User Feedback Utilization: </a:t>
          </a:r>
          <a:r>
            <a:rPr lang="en-US" sz="1100" kern="1200"/>
            <a:t>Gathered player feedback to inform iterative improvements, enhancing gameplay balance and overall user satisfaction.</a:t>
          </a:r>
        </a:p>
      </dsp:txBody>
      <dsp:txXfrm>
        <a:off x="1156544" y="2546765"/>
        <a:ext cx="1857981" cy="7882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463DB-A97B-42B9-ACE1-E890C96065FA}">
      <dsp:nvSpPr>
        <dsp:cNvPr id="0" name=""/>
        <dsp:cNvSpPr/>
      </dsp:nvSpPr>
      <dsp:spPr>
        <a:xfrm>
          <a:off x="92819" y="2294824"/>
          <a:ext cx="774305" cy="7743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F1903-8FFE-440E-BEEE-813FFA1CB68A}">
      <dsp:nvSpPr>
        <dsp:cNvPr id="0" name=""/>
        <dsp:cNvSpPr/>
      </dsp:nvSpPr>
      <dsp:spPr>
        <a:xfrm>
          <a:off x="255423" y="2457428"/>
          <a:ext cx="449097" cy="449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DE5AD-C37E-4564-97EB-1B00565AC9C8}">
      <dsp:nvSpPr>
        <dsp:cNvPr id="0" name=""/>
        <dsp:cNvSpPr/>
      </dsp:nvSpPr>
      <dsp:spPr>
        <a:xfrm>
          <a:off x="1033047" y="2294824"/>
          <a:ext cx="1825148" cy="77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Incorporating Sound Effects: </a:t>
          </a:r>
          <a:r>
            <a:rPr lang="en-US" sz="1100" kern="1200"/>
            <a:t>Future iterations may include sound effects, enhancing immersion and stimulating player engagement through audio cues.</a:t>
          </a:r>
        </a:p>
      </dsp:txBody>
      <dsp:txXfrm>
        <a:off x="1033047" y="2294824"/>
        <a:ext cx="1825148" cy="774305"/>
      </dsp:txXfrm>
    </dsp:sp>
    <dsp:sp modelId="{CA81068F-FD55-406C-BAD3-7F62D492184E}">
      <dsp:nvSpPr>
        <dsp:cNvPr id="0" name=""/>
        <dsp:cNvSpPr/>
      </dsp:nvSpPr>
      <dsp:spPr>
        <a:xfrm>
          <a:off x="3176214" y="2294824"/>
          <a:ext cx="774305" cy="774305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C14AB-E55A-4DC2-82B3-D1643F10B0CD}">
      <dsp:nvSpPr>
        <dsp:cNvPr id="0" name=""/>
        <dsp:cNvSpPr/>
      </dsp:nvSpPr>
      <dsp:spPr>
        <a:xfrm>
          <a:off x="3338818" y="2457428"/>
          <a:ext cx="449097" cy="449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3A0D0-2D63-4B48-BB6C-203DA3E9263A}">
      <dsp:nvSpPr>
        <dsp:cNvPr id="0" name=""/>
        <dsp:cNvSpPr/>
      </dsp:nvSpPr>
      <dsp:spPr>
        <a:xfrm>
          <a:off x="4116442" y="2294824"/>
          <a:ext cx="1825148" cy="77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AI Opponents Development: </a:t>
          </a:r>
          <a:r>
            <a:rPr lang="en-US" sz="1100" kern="1200"/>
            <a:t>Integrating AI opponents could create varied difficulty levels, providing challenges tailored to individual player skills.</a:t>
          </a:r>
        </a:p>
      </dsp:txBody>
      <dsp:txXfrm>
        <a:off x="4116442" y="2294824"/>
        <a:ext cx="1825148" cy="774305"/>
      </dsp:txXfrm>
    </dsp:sp>
    <dsp:sp modelId="{E89CFA2E-5AF2-4343-AFFA-18D199D308C0}">
      <dsp:nvSpPr>
        <dsp:cNvPr id="0" name=""/>
        <dsp:cNvSpPr/>
      </dsp:nvSpPr>
      <dsp:spPr>
        <a:xfrm>
          <a:off x="92819" y="3516985"/>
          <a:ext cx="774305" cy="774305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A2432-D0F5-495E-B869-C87E43A80816}">
      <dsp:nvSpPr>
        <dsp:cNvPr id="0" name=""/>
        <dsp:cNvSpPr/>
      </dsp:nvSpPr>
      <dsp:spPr>
        <a:xfrm>
          <a:off x="255423" y="3679590"/>
          <a:ext cx="449097" cy="449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E307-ED6A-4298-AF91-2BE28259669F}">
      <dsp:nvSpPr>
        <dsp:cNvPr id="0" name=""/>
        <dsp:cNvSpPr/>
      </dsp:nvSpPr>
      <dsp:spPr>
        <a:xfrm>
          <a:off x="1033047" y="3516985"/>
          <a:ext cx="1825148" cy="774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Enhanced Graphics: </a:t>
          </a:r>
          <a:r>
            <a:rPr lang="en-US" sz="1100" kern="1200"/>
            <a:t>Improving graphics quality will elevate the visual appeal, making the gaming experience more attractive and stimulating.</a:t>
          </a:r>
        </a:p>
      </dsp:txBody>
      <dsp:txXfrm>
        <a:off x="1033047" y="3516985"/>
        <a:ext cx="1825148" cy="77430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D06FC-B4D9-487F-878D-33D269D6EE2F}">
      <dsp:nvSpPr>
        <dsp:cNvPr id="0" name=""/>
        <dsp:cNvSpPr/>
      </dsp:nvSpPr>
      <dsp:spPr>
        <a:xfrm>
          <a:off x="583853" y="93516"/>
          <a:ext cx="730107" cy="7301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089A23-5178-44E5-A1C3-CEE16AA4CDA4}">
      <dsp:nvSpPr>
        <dsp:cNvPr id="0" name=""/>
        <dsp:cNvSpPr/>
      </dsp:nvSpPr>
      <dsp:spPr>
        <a:xfrm>
          <a:off x="137676" y="1117209"/>
          <a:ext cx="1622460" cy="932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Logical Thinking Development: </a:t>
          </a:r>
          <a:r>
            <a:rPr lang="en-US" sz="1100" kern="1200"/>
            <a:t>Participants enhance logical thinking abilities through systematic problem-solving and strategic game mechanics engagement.</a:t>
          </a:r>
        </a:p>
      </dsp:txBody>
      <dsp:txXfrm>
        <a:off x="137676" y="1117209"/>
        <a:ext cx="1622460" cy="932915"/>
      </dsp:txXfrm>
    </dsp:sp>
    <dsp:sp modelId="{84FFB128-AEAE-4CE1-89DE-2C5EBB5F22E4}">
      <dsp:nvSpPr>
        <dsp:cNvPr id="0" name=""/>
        <dsp:cNvSpPr/>
      </dsp:nvSpPr>
      <dsp:spPr>
        <a:xfrm>
          <a:off x="2490245" y="93516"/>
          <a:ext cx="730107" cy="7301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E6A74E-127F-4988-939B-27824AD97FB0}">
      <dsp:nvSpPr>
        <dsp:cNvPr id="0" name=""/>
        <dsp:cNvSpPr/>
      </dsp:nvSpPr>
      <dsp:spPr>
        <a:xfrm>
          <a:off x="2044068" y="1117209"/>
          <a:ext cx="1622460" cy="932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Python Proficiency Gains: </a:t>
          </a:r>
          <a:r>
            <a:rPr lang="en-US" sz="1100" kern="1200"/>
            <a:t>The project significantly deepens understanding of Python, reinforcing core concepts through hands-on programming challenges.</a:t>
          </a:r>
        </a:p>
      </dsp:txBody>
      <dsp:txXfrm>
        <a:off x="2044068" y="1117209"/>
        <a:ext cx="1622460" cy="932915"/>
      </dsp:txXfrm>
    </dsp:sp>
    <dsp:sp modelId="{7E6206BD-578B-4E4C-B3C3-FC0E101FC9CF}">
      <dsp:nvSpPr>
        <dsp:cNvPr id="0" name=""/>
        <dsp:cNvSpPr/>
      </dsp:nvSpPr>
      <dsp:spPr>
        <a:xfrm>
          <a:off x="1537049" y="2455739"/>
          <a:ext cx="730107" cy="7301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CE179-B397-4B28-ABF2-4A2710C631B5}">
      <dsp:nvSpPr>
        <dsp:cNvPr id="0" name=""/>
        <dsp:cNvSpPr/>
      </dsp:nvSpPr>
      <dsp:spPr>
        <a:xfrm>
          <a:off x="1090872" y="3479432"/>
          <a:ext cx="1622460" cy="932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Turtle Library Familiarity: </a:t>
          </a:r>
          <a:r>
            <a:rPr lang="en-US" sz="1100" kern="1200"/>
            <a:t>Utilizing the Turtle library enhances graphical programming fluency, fostering creativity in user-driven design implementations.</a:t>
          </a:r>
        </a:p>
      </dsp:txBody>
      <dsp:txXfrm>
        <a:off x="1090872" y="3479432"/>
        <a:ext cx="1622460" cy="932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4933" y="514260"/>
            <a:ext cx="3162178" cy="384015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>
              <a:defRPr sz="5200"/>
            </a:pPr>
            <a:r>
              <a:rPr lang="en-US" sz="4100" b="1" dirty="0">
                <a:solidFill>
                  <a:srgbClr val="FCDFC7"/>
                </a:solidFill>
              </a:rPr>
              <a:t>Ping Pong Game Project </a:t>
            </a:r>
            <a:endParaRPr lang="en-US" sz="4100" b="1" dirty="0">
              <a:solidFill>
                <a:srgbClr val="FCDFC7"/>
              </a:solidFill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9620" y="5141810"/>
            <a:ext cx="3152492" cy="857468"/>
          </a:xfrm>
        </p:spPr>
        <p:txBody>
          <a:bodyPr>
            <a:normAutofit/>
          </a:bodyPr>
          <a:lstStyle/>
          <a:p>
            <a:pPr algn="r"/>
            <a:endParaRPr lang="en-US" sz="1500">
              <a:solidFill>
                <a:schemeClr val="bg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09" y="1021011"/>
            <a:ext cx="3625427" cy="3193632"/>
            <a:chOff x="1674895" y="1345036"/>
            <a:chExt cx="5428610" cy="421093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5024"/>
            <a:ext cx="1396390" cy="208335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826"/>
            <a:ext cx="1396390" cy="208334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120" y="915555"/>
            <a:ext cx="3625426" cy="3193632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120" y="915555"/>
            <a:ext cx="3625426" cy="319363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963" y="3267819"/>
            <a:ext cx="239955" cy="23995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963" y="3267819"/>
            <a:ext cx="239955" cy="239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able tennis">
            <a:extLst>
              <a:ext uri="{FF2B5EF4-FFF2-40B4-BE49-F238E27FC236}">
                <a16:creationId xmlns:a16="http://schemas.microsoft.com/office/drawing/2014/main" id="{1A778BE3-1ECA-3CCD-E550-558A1267F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9752" y="1132290"/>
            <a:ext cx="2760162" cy="2760162"/>
          </a:xfrm>
          <a:prstGeom prst="rect">
            <a:avLst/>
          </a:prstGeom>
          <a:ln w="28575">
            <a:noFill/>
          </a:ln>
        </p:spPr>
      </p:pic>
      <p:sp>
        <p:nvSpPr>
          <p:cNvPr id="40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8978" y="644202"/>
            <a:ext cx="520052" cy="52005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8978" y="644202"/>
            <a:ext cx="520052" cy="52005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4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4490298"/>
            <a:ext cx="790849" cy="360670"/>
            <a:chOff x="9841624" y="4115729"/>
            <a:chExt cx="602169" cy="274622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12481" cy="274622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9C6B508-0B2C-4D80-99F6-BC8C9C693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33" y="604306"/>
            <a:ext cx="2735827" cy="2394908"/>
            <a:chOff x="1674895" y="1345036"/>
            <a:chExt cx="5428610" cy="4210939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A54034F-F9B1-4048-9AEF-C7AB99053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583F029-E06B-49B5-9779-2E8CEFD7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486" y="514353"/>
            <a:ext cx="2718710" cy="23949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438" y="644856"/>
            <a:ext cx="2657397" cy="2159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solidFill>
                  <a:schemeClr val="bg1"/>
                </a:solidFill>
              </a:rPr>
              <a:t>Ping Pong Game Project Overview</a:t>
            </a:r>
          </a:p>
        </p:txBody>
      </p:sp>
      <p:grpSp>
        <p:nvGrpSpPr>
          <p:cNvPr id="8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87757"/>
            <a:ext cx="1027573" cy="381746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0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6806" y="1834165"/>
            <a:ext cx="637026" cy="637028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5" name="Graphic 4">
            <a:extLst>
              <a:ext uri="{FF2B5EF4-FFF2-40B4-BE49-F238E27FC236}">
                <a16:creationId xmlns:a16="http://schemas.microsoft.com/office/drawing/2014/main" id="{DDFA5A3F-B050-4826-ACB4-F634DD12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6806" y="1834165"/>
            <a:ext cx="637026" cy="637028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45D7489-248E-4EB2-A887-30A9C396E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B6BF832-C29A-4992-8772-6B33118C5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E06C84D-D026-40FC-A1FB-0482450B6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2D9620B-AA48-430C-BACC-01BF1B128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0C7842E4-3E00-4846-B285-345F6B324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120E203-7898-4AE9-A9E5-F5C364415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6A5C8C3-E77D-410A-8D95-0B15B8E61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E9CE1FB-B266-47D2-A0AC-79D1DDBAA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8862FCB-5370-44C9-803F-017FF893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1EC218E-7E2A-4304-96EA-1A7AA046E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6904051-0B1B-4340-8A1F-FC345A500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D8B68CD-1F5B-4E19-A474-4290A7386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219F1BA-F2AD-4C0B-B881-AF7702BFA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AD1AE233-3EB0-82A5-B4B0-EC6D85AE4A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232291"/>
              </p:ext>
            </p:extLst>
          </p:nvPr>
        </p:nvGraphicFramePr>
        <p:xfrm>
          <a:off x="3998433" y="624169"/>
          <a:ext cx="4606042" cy="4159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/>
              <a:t>Introduction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D692952-ECFA-508E-F666-D6F308CC9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058822"/>
              </p:ext>
            </p:extLst>
          </p:nvPr>
        </p:nvGraphicFramePr>
        <p:xfrm>
          <a:off x="-108749" y="-405365"/>
          <a:ext cx="6006644" cy="5904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4252" y="1283455"/>
            <a:ext cx="2880359" cy="28803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828EA3-B2C8-42DD-87DA-A851F13D5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7E828EA3-B2C8-42DD-87DA-A851F13D5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7E828EA3-B2C8-42DD-87DA-A851F13D5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6239E4-B3D2-4889-BBC8-9429310C1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1F6239E4-B3D2-4889-BBC8-9429310C1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graphicEl>
                                              <a:dgm id="{1F6239E4-B3D2-4889-BBC8-9429310C1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1B9BD36-4328-47E4-957E-DB8A01837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graphicEl>
                                              <a:dgm id="{71B9BD36-4328-47E4-957E-DB8A01837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graphicEl>
                                              <a:dgm id="{71B9BD36-4328-47E4-957E-DB8A01837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CDFC7"/>
                </a:solidFill>
              </a:rPr>
              <a:t>Project Goals</a:t>
            </a:r>
            <a:endParaRPr lang="en-US" b="1">
              <a:solidFill>
                <a:srgbClr val="FCDFC7"/>
              </a:solidFill>
              <a:ea typeface="Calibri"/>
              <a:cs typeface="Calibri"/>
            </a:endParaRPr>
          </a:p>
        </p:txBody>
      </p:sp>
      <p:grpSp>
        <p:nvGrpSpPr>
          <p:cNvPr id="6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5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BB41CE7-8F05-6E24-CD57-B66A3C37B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360850"/>
              </p:ext>
            </p:extLst>
          </p:nvPr>
        </p:nvGraphicFramePr>
        <p:xfrm>
          <a:off x="3378886" y="628029"/>
          <a:ext cx="5392949" cy="4258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A6FB744F-C053-4187-A567-2D30112BBC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graphicEl>
                                              <a:dgm id="{A6FB744F-C053-4187-A567-2D30112BBC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graphicEl>
                                              <a:dgm id="{A6FB744F-C053-4187-A567-2D30112BBC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E0820E1-D7C9-4F1B-8102-A1B946ED03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graphicEl>
                                              <a:dgm id="{DE0820E1-D7C9-4F1B-8102-A1B946ED03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graphicEl>
                                              <a:dgm id="{DE0820E1-D7C9-4F1B-8102-A1B946ED03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D448928-7E2A-40C5-BDD8-785325E42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graphicEl>
                                              <a:dgm id="{BD448928-7E2A-40C5-BDD8-785325E42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graphicEl>
                                              <a:dgm id="{BD448928-7E2A-40C5-BDD8-785325E42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871B1EC-CD12-4894-A780-82C6321B77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>
                                            <p:graphicEl>
                                              <a:dgm id="{0871B1EC-CD12-4894-A780-82C6321B77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graphicEl>
                                              <a:dgm id="{0871B1EC-CD12-4894-A780-82C6321B77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E508735-E711-4AB9-9397-D60F0D048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graphicEl>
                                              <a:dgm id="{4E508735-E711-4AB9-9397-D60F0D048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graphicEl>
                                              <a:dgm id="{4E508735-E711-4AB9-9397-D60F0D048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6AF33BE-F4EE-4D0E-B8B9-F6AD7749A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graphicEl>
                                              <a:dgm id="{F6AF33BE-F4EE-4D0E-B8B9-F6AD7749A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graphicEl>
                                              <a:dgm id="{F6AF33BE-F4EE-4D0E-B8B9-F6AD7749A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5B28D18E-27D9-4589-8F9E-F1F83A418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graphicEl>
                                              <a:dgm id="{5B28D18E-27D9-4589-8F9E-F1F83A418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graphicEl>
                                              <a:dgm id="{5B28D18E-27D9-4589-8F9E-F1F83A418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100811F-CA76-401B-91D7-A38EB99211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>
                                            <p:graphicEl>
                                              <a:dgm id="{9100811F-CA76-401B-91D7-A38EB99211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graphicEl>
                                              <a:dgm id="{9100811F-CA76-401B-91D7-A38EB99211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6FB2A0F-E6BA-47E5-A8B2-E96A0FCB93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graphicEl>
                                              <a:dgm id="{06FB2A0F-E6BA-47E5-A8B2-E96A0FCB93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graphicEl>
                                              <a:dgm id="{06FB2A0F-E6BA-47E5-A8B2-E96A0FCB93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890" y="297087"/>
            <a:ext cx="3912879" cy="869143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rgbClr val="FCDFC7"/>
                </a:solidFill>
              </a:rPr>
              <a:t>Tools Used</a:t>
            </a:r>
            <a:endParaRPr lang="en-US" b="1" dirty="0">
              <a:solidFill>
                <a:srgbClr val="FCDFC7"/>
              </a:solidFill>
              <a:ea typeface="Calibri"/>
              <a:cs typeface="Calibri"/>
            </a:endParaRPr>
          </a:p>
        </p:txBody>
      </p:sp>
      <p:sp>
        <p:nvSpPr>
          <p:cNvPr id="383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3443" y="464456"/>
            <a:ext cx="699150" cy="69915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5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3443" y="464456"/>
            <a:ext cx="699150" cy="69915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8648" y="919583"/>
            <a:ext cx="1199122" cy="398470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88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89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F5B93B1-D3AD-FAFC-76DA-4D54CCDE8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0" r="3095" b="1"/>
          <a:stretch/>
        </p:blipFill>
        <p:spPr>
          <a:xfrm>
            <a:off x="5224417" y="1420914"/>
            <a:ext cx="3125968" cy="2537725"/>
          </a:xfrm>
          <a:prstGeom prst="rect">
            <a:avLst/>
          </a:prstGeom>
        </p:spPr>
      </p:pic>
      <p:grpSp>
        <p:nvGrpSpPr>
          <p:cNvPr id="395" name="Group 394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15795" y="3339390"/>
            <a:ext cx="1082554" cy="1082570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396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7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11DF3A-A54D-F6BB-CDD6-04B891BD3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102389"/>
              </p:ext>
            </p:extLst>
          </p:nvPr>
        </p:nvGraphicFramePr>
        <p:xfrm>
          <a:off x="316466" y="1136759"/>
          <a:ext cx="4529933" cy="3702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DE0FD2-0D3A-4CDB-A4C3-4F7C8382F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93DE0FD2-0D3A-4CDB-A4C3-4F7C8382FC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93DE0FD2-0D3A-4CDB-A4C3-4F7C8382F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>
                                            <p:graphicEl>
                                              <a:dgm id="{93DE0FD2-0D3A-4CDB-A4C3-4F7C8382F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DE0FD2-0D3A-4CDB-A4C3-4F7C8382F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9097A3-3886-45C3-A858-D4FAC2605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graphicEl>
                                              <a:dgm id="{BB9097A3-3886-45C3-A858-D4FAC2605F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graphicEl>
                                              <a:dgm id="{BB9097A3-3886-45C3-A858-D4FAC2605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5">
                                            <p:graphicEl>
                                              <a:dgm id="{BB9097A3-3886-45C3-A858-D4FAC2605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9097A3-3886-45C3-A858-D4FAC2605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BD4703-9E79-4513-92AC-A02A09EE3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graphicEl>
                                              <a:dgm id="{7ABD4703-9E79-4513-92AC-A02A09EE39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graphicEl>
                                              <a:dgm id="{7ABD4703-9E79-4513-92AC-A02A09EE3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5">
                                            <p:graphicEl>
                                              <a:dgm id="{7ABD4703-9E79-4513-92AC-A02A09EE3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BD4703-9E79-4513-92AC-A02A09EE3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464E0-A488-4DF8-A1D0-CF2AF8D2A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813464E0-A488-4DF8-A1D0-CF2AF8D2A1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813464E0-A488-4DF8-A1D0-CF2AF8D2A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">
                                            <p:graphicEl>
                                              <a:dgm id="{813464E0-A488-4DF8-A1D0-CF2AF8D2A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464E0-A488-4DF8-A1D0-CF2AF8D2A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61BD0D-DD52-47C5-ABED-F52AA06B7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graphicEl>
                                              <a:dgm id="{E161BD0D-DD52-47C5-ABED-F52AA06B72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E161BD0D-DD52-47C5-ABED-F52AA06B7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5">
                                            <p:graphicEl>
                                              <a:dgm id="{E161BD0D-DD52-47C5-ABED-F52AA06B7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61BD0D-DD52-47C5-ABED-F52AA06B7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56" y="-9525"/>
            <a:ext cx="3967039" cy="3750619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E7142A8-393B-47A8-A092-871662362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66" y="-9525"/>
            <a:ext cx="3967039" cy="3757287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14E168-70E6-4C9F-BB61-FCF0AF368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-9525"/>
            <a:ext cx="3929586" cy="3677001"/>
          </a:xfrm>
          <a:custGeom>
            <a:avLst/>
            <a:gdLst>
              <a:gd name="connsiteX0" fmla="*/ 1223006 w 5239448"/>
              <a:gd name="connsiteY0" fmla="*/ 0 h 4902669"/>
              <a:gd name="connsiteX1" fmla="*/ 3966508 w 5239448"/>
              <a:gd name="connsiteY1" fmla="*/ 0 h 4902669"/>
              <a:gd name="connsiteX2" fmla="*/ 4073429 w 5239448"/>
              <a:gd name="connsiteY2" fmla="*/ 64957 h 4902669"/>
              <a:gd name="connsiteX3" fmla="*/ 5239448 w 5239448"/>
              <a:gd name="connsiteY3" fmla="*/ 2257977 h 4902669"/>
              <a:gd name="connsiteX4" fmla="*/ 2594756 w 5239448"/>
              <a:gd name="connsiteY4" fmla="*/ 4902669 h 4902669"/>
              <a:gd name="connsiteX5" fmla="*/ 3795 w 5239448"/>
              <a:gd name="connsiteY5" fmla="*/ 2790975 h 4902669"/>
              <a:gd name="connsiteX6" fmla="*/ 0 w 5239448"/>
              <a:gd name="connsiteY6" fmla="*/ 2766110 h 4902669"/>
              <a:gd name="connsiteX7" fmla="*/ 0 w 5239448"/>
              <a:gd name="connsiteY7" fmla="*/ 1745670 h 4902669"/>
              <a:gd name="connsiteX8" fmla="*/ 33326 w 5239448"/>
              <a:gd name="connsiteY8" fmla="*/ 1597027 h 4902669"/>
              <a:gd name="connsiteX9" fmla="*/ 1116084 w 5239448"/>
              <a:gd name="connsiteY9" fmla="*/ 64957 h 490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39448" h="4902669">
                <a:moveTo>
                  <a:pt x="1223006" y="0"/>
                </a:moveTo>
                <a:lnTo>
                  <a:pt x="3966508" y="0"/>
                </a:lnTo>
                <a:lnTo>
                  <a:pt x="4073429" y="64957"/>
                </a:lnTo>
                <a:cubicBezTo>
                  <a:pt x="4776921" y="540227"/>
                  <a:pt x="5239448" y="1345088"/>
                  <a:pt x="5239448" y="2257977"/>
                </a:cubicBezTo>
                <a:cubicBezTo>
                  <a:pt x="5239448" y="3718600"/>
                  <a:pt x="4055379" y="4902669"/>
                  <a:pt x="2594756" y="4902669"/>
                </a:cubicBezTo>
                <a:cubicBezTo>
                  <a:pt x="1316711" y="4902669"/>
                  <a:pt x="250402" y="3996116"/>
                  <a:pt x="3795" y="2790975"/>
                </a:cubicBezTo>
                <a:lnTo>
                  <a:pt x="0" y="2766110"/>
                </a:lnTo>
                <a:lnTo>
                  <a:pt x="0" y="1745670"/>
                </a:lnTo>
                <a:lnTo>
                  <a:pt x="33326" y="1597027"/>
                </a:lnTo>
                <a:cubicBezTo>
                  <a:pt x="196388" y="963257"/>
                  <a:pt x="588464" y="421409"/>
                  <a:pt x="1116084" y="64957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84" y="2878108"/>
            <a:ext cx="3245124" cy="21024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b="1" kern="1200" dirty="0">
                <a:solidFill>
                  <a:srgbClr val="FCDFC7"/>
                </a:solidFill>
                <a:latin typeface="+mj-lt"/>
                <a:ea typeface="+mj-ea"/>
                <a:cs typeface="+mj-cs"/>
              </a:rPr>
              <a:t>Game Overview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37449" y="1162916"/>
            <a:ext cx="310173" cy="31017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r="5" b="5"/>
          <a:stretch/>
        </p:blipFill>
        <p:spPr>
          <a:xfrm>
            <a:off x="201243" y="66607"/>
            <a:ext cx="3390176" cy="3390176"/>
          </a:xfrm>
          <a:custGeom>
            <a:avLst/>
            <a:gdLst/>
            <a:ahLst/>
            <a:cxnLst/>
            <a:rect l="l" t="t" r="r" b="b"/>
            <a:pathLst>
              <a:path w="2885716" h="2885716">
                <a:moveTo>
                  <a:pt x="1442858" y="0"/>
                </a:moveTo>
                <a:cubicBezTo>
                  <a:pt x="2239726" y="0"/>
                  <a:pt x="2885716" y="645990"/>
                  <a:pt x="2885716" y="1442858"/>
                </a:cubicBezTo>
                <a:cubicBezTo>
                  <a:pt x="2885716" y="2239726"/>
                  <a:pt x="2239726" y="2885716"/>
                  <a:pt x="1442858" y="2885716"/>
                </a:cubicBezTo>
                <a:cubicBezTo>
                  <a:pt x="645990" y="2885716"/>
                  <a:pt x="0" y="2239726"/>
                  <a:pt x="0" y="1442858"/>
                </a:cubicBezTo>
                <a:cubicBezTo>
                  <a:pt x="0" y="645990"/>
                  <a:pt x="645990" y="0"/>
                  <a:pt x="1442858" y="0"/>
                </a:cubicBezTo>
                <a:close/>
              </a:path>
            </a:pathLst>
          </a:custGeom>
        </p:spPr>
      </p:pic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88376" y="2395616"/>
            <a:ext cx="790849" cy="352267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185">
            <a:extLst>
              <a:ext uri="{FF2B5EF4-FFF2-40B4-BE49-F238E27FC236}">
                <a16:creationId xmlns:a16="http://schemas.microsoft.com/office/drawing/2014/main" id="{9D69F773-8C5C-486C-B033-51C7BB3B3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88376" y="2395616"/>
            <a:ext cx="790849" cy="352267"/>
            <a:chOff x="9841624" y="4115729"/>
            <a:chExt cx="602169" cy="268223"/>
          </a:xfrm>
          <a:solidFill>
            <a:schemeClr val="tx1">
              <a:alpha val="2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1948534-1A91-4F84-8612-1C2B4C52F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FAA3112-9317-4953-B51A-BAD23D7DF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E7BE1D1-6120-4115-B796-7DE6B90C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B0F1BC-B7BD-4C24-84F9-190E76D9E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9CF39A-C85C-4CDA-82E5-A8835E7CA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aphic 185">
            <a:extLst>
              <a:ext uri="{FF2B5EF4-FFF2-40B4-BE49-F238E27FC236}">
                <a16:creationId xmlns:a16="http://schemas.microsoft.com/office/drawing/2014/main" id="{EEC0EF42-FB7F-40F4-9F83-19A3651C7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88376" y="2395616"/>
            <a:ext cx="790849" cy="352267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CC34073-7A02-43A0-B4FB-819AC6430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24CA304-6681-4FF9-A857-D79562307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F6FEDF2-6576-4B8E-81AF-84B914A1F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BE5E56F-A9D6-490C-AD4D-5F1B521A5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E4C189-B44E-4E1C-B1AF-25081DA3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4284" y="4258515"/>
            <a:ext cx="239956" cy="23995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7B0E8E-1D1E-4BA4-A360-D8A1FF31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4284" y="4258515"/>
            <a:ext cx="239956" cy="239956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5766DF-9166-2910-EA81-D3FA5994E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982221"/>
              </p:ext>
            </p:extLst>
          </p:nvPr>
        </p:nvGraphicFramePr>
        <p:xfrm>
          <a:off x="4570183" y="285980"/>
          <a:ext cx="4271853" cy="4927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F336F8-8CEE-4ED8-B6BD-626F384CD6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AAF336F8-8CEE-4ED8-B6BD-626F384CD6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AAF336F8-8CEE-4ED8-B6BD-626F384CD6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E674B5-5235-4DB5-984C-B2C3B7242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E2E674B5-5235-4DB5-984C-B2C3B7242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E2E674B5-5235-4DB5-984C-B2C3B7242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041864-DD39-4D89-8D40-04916D717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graphicEl>
                                              <a:dgm id="{64041864-DD39-4D89-8D40-04916D717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64041864-DD39-4D89-8D40-04916D717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995390-164C-4163-B1B1-CBD7D4500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9D995390-164C-4163-B1B1-CBD7D4500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graphicEl>
                                              <a:dgm id="{9D995390-164C-4163-B1B1-CBD7D4500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03E417-82F5-45B7-84DE-A9139DD5E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dgm id="{F003E417-82F5-45B7-84DE-A9139DD5E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dgm id="{F003E417-82F5-45B7-84DE-A9139DD5E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C0C4C7-4795-42EE-B7F8-269D4580E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graphicEl>
                                              <a:dgm id="{F0C0C4C7-4795-42EE-B7F8-269D4580E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graphicEl>
                                              <a:dgm id="{F0C0C4C7-4795-42EE-B7F8-269D4580E0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41284F1-7A8F-4272-99A1-DEF18574F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C41284F1-7A8F-4272-99A1-DEF18574F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graphicEl>
                                              <a:dgm id="{C41284F1-7A8F-4272-99A1-DEF18574F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0B697C-F979-4C2C-A7F3-C261C4C6C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graphicEl>
                                              <a:dgm id="{120B697C-F979-4C2C-A7F3-C261C4C6C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120B697C-F979-4C2C-A7F3-C261C4C6C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EDC6D0-4773-4118-AC6F-F1ED66A2A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graphicEl>
                                              <a:dgm id="{49EDC6D0-4773-4118-AC6F-F1ED66A2A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graphicEl>
                                              <a:dgm id="{49EDC6D0-4773-4118-AC6F-F1ED66A2A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91"/>
            <a:ext cx="2530602" cy="4175919"/>
          </a:xfrm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rgbClr val="FCDFC7"/>
                </a:solidFill>
              </a:rPr>
              <a:t>Interface Design</a:t>
            </a:r>
            <a:endParaRPr lang="en-US" sz="3900" b="1" dirty="0">
              <a:solidFill>
                <a:srgbClr val="FCDFC7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8C7E6-CA71-0EE0-EB37-C92C12970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383174"/>
              </p:ext>
            </p:extLst>
          </p:nvPr>
        </p:nvGraphicFramePr>
        <p:xfrm>
          <a:off x="3156819" y="359054"/>
          <a:ext cx="5478047" cy="4967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8" name="Freeform: Shape 507">
            <a:extLst>
              <a:ext uri="{FF2B5EF4-FFF2-40B4-BE49-F238E27FC236}">
                <a16:creationId xmlns:a16="http://schemas.microsoft.com/office/drawing/2014/main" id="{635CC706-6E91-B46C-CD24-651C80A4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7473" y="293336"/>
            <a:ext cx="1199122" cy="129543"/>
          </a:xfrm>
          <a:custGeom>
            <a:avLst/>
            <a:gdLst>
              <a:gd name="connsiteX0" fmla="*/ 1248648 w 1598829"/>
              <a:gd name="connsiteY0" fmla="*/ 172724 h 172724"/>
              <a:gd name="connsiteX1" fmla="*/ 1123031 w 1598829"/>
              <a:gd name="connsiteY1" fmla="*/ 92492 h 172724"/>
              <a:gd name="connsiteX2" fmla="*/ 1024085 w 1598829"/>
              <a:gd name="connsiteY2" fmla="*/ 29253 h 172724"/>
              <a:gd name="connsiteX3" fmla="*/ 925140 w 1598829"/>
              <a:gd name="connsiteY3" fmla="*/ 92492 h 172724"/>
              <a:gd name="connsiteX4" fmla="*/ 799522 w 1598829"/>
              <a:gd name="connsiteY4" fmla="*/ 172724 h 172724"/>
              <a:gd name="connsiteX5" fmla="*/ 799522 w 1598829"/>
              <a:gd name="connsiteY5" fmla="*/ 172724 h 172724"/>
              <a:gd name="connsiteX6" fmla="*/ 673905 w 1598829"/>
              <a:gd name="connsiteY6" fmla="*/ 92492 h 172724"/>
              <a:gd name="connsiteX7" fmla="*/ 574959 w 1598829"/>
              <a:gd name="connsiteY7" fmla="*/ 29253 h 172724"/>
              <a:gd name="connsiteX8" fmla="*/ 476014 w 1598829"/>
              <a:gd name="connsiteY8" fmla="*/ 92492 h 172724"/>
              <a:gd name="connsiteX9" fmla="*/ 350396 w 1598829"/>
              <a:gd name="connsiteY9" fmla="*/ 172724 h 172724"/>
              <a:gd name="connsiteX10" fmla="*/ 224778 w 1598829"/>
              <a:gd name="connsiteY10" fmla="*/ 92492 h 172724"/>
              <a:gd name="connsiteX11" fmla="*/ 125833 w 1598829"/>
              <a:gd name="connsiteY11" fmla="*/ 29253 h 172724"/>
              <a:gd name="connsiteX12" fmla="*/ 26887 w 1598829"/>
              <a:gd name="connsiteY12" fmla="*/ 92492 h 172724"/>
              <a:gd name="connsiteX13" fmla="*/ 0 w 1598829"/>
              <a:gd name="connsiteY13" fmla="*/ 80232 h 172724"/>
              <a:gd name="connsiteX14" fmla="*/ 125618 w 1598829"/>
              <a:gd name="connsiteY14" fmla="*/ 0 h 172724"/>
              <a:gd name="connsiteX15" fmla="*/ 251235 w 1598829"/>
              <a:gd name="connsiteY15" fmla="*/ 80232 h 172724"/>
              <a:gd name="connsiteX16" fmla="*/ 350181 w 1598829"/>
              <a:gd name="connsiteY16" fmla="*/ 143471 h 172724"/>
              <a:gd name="connsiteX17" fmla="*/ 449126 w 1598829"/>
              <a:gd name="connsiteY17" fmla="*/ 80232 h 172724"/>
              <a:gd name="connsiteX18" fmla="*/ 574744 w 1598829"/>
              <a:gd name="connsiteY18" fmla="*/ 0 h 172724"/>
              <a:gd name="connsiteX19" fmla="*/ 700362 w 1598829"/>
              <a:gd name="connsiteY19" fmla="*/ 80232 h 172724"/>
              <a:gd name="connsiteX20" fmla="*/ 799307 w 1598829"/>
              <a:gd name="connsiteY20" fmla="*/ 143471 h 172724"/>
              <a:gd name="connsiteX21" fmla="*/ 799307 w 1598829"/>
              <a:gd name="connsiteY21" fmla="*/ 143471 h 172724"/>
              <a:gd name="connsiteX22" fmla="*/ 898253 w 1598829"/>
              <a:gd name="connsiteY22" fmla="*/ 80232 h 172724"/>
              <a:gd name="connsiteX23" fmla="*/ 1024085 w 1598829"/>
              <a:gd name="connsiteY23" fmla="*/ 0 h 172724"/>
              <a:gd name="connsiteX24" fmla="*/ 1149703 w 1598829"/>
              <a:gd name="connsiteY24" fmla="*/ 80232 h 172724"/>
              <a:gd name="connsiteX25" fmla="*/ 1248648 w 1598829"/>
              <a:gd name="connsiteY25" fmla="*/ 143471 h 172724"/>
              <a:gd name="connsiteX26" fmla="*/ 1347594 w 1598829"/>
              <a:gd name="connsiteY26" fmla="*/ 80232 h 172724"/>
              <a:gd name="connsiteX27" fmla="*/ 1473212 w 1598829"/>
              <a:gd name="connsiteY27" fmla="*/ 0 h 172724"/>
              <a:gd name="connsiteX28" fmla="*/ 1598829 w 1598829"/>
              <a:gd name="connsiteY28" fmla="*/ 80232 h 172724"/>
              <a:gd name="connsiteX29" fmla="*/ 1572157 w 1598829"/>
              <a:gd name="connsiteY29" fmla="*/ 92492 h 172724"/>
              <a:gd name="connsiteX30" fmla="*/ 1473212 w 1598829"/>
              <a:gd name="connsiteY30" fmla="*/ 29253 h 172724"/>
              <a:gd name="connsiteX31" fmla="*/ 1374266 w 1598829"/>
              <a:gd name="connsiteY31" fmla="*/ 92492 h 172724"/>
              <a:gd name="connsiteX32" fmla="*/ 1248648 w 1598829"/>
              <a:gd name="connsiteY32" fmla="*/ 172724 h 17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8829" h="172724">
                <a:moveTo>
                  <a:pt x="1248648" y="172724"/>
                </a:moveTo>
                <a:cubicBezTo>
                  <a:pt x="1194229" y="172724"/>
                  <a:pt x="1146046" y="141965"/>
                  <a:pt x="1123031" y="92492"/>
                </a:cubicBezTo>
                <a:cubicBezTo>
                  <a:pt x="1104962" y="53560"/>
                  <a:pt x="1067105" y="29253"/>
                  <a:pt x="1024085" y="29253"/>
                </a:cubicBezTo>
                <a:cubicBezTo>
                  <a:pt x="981066" y="29253"/>
                  <a:pt x="943208" y="53560"/>
                  <a:pt x="925140" y="92492"/>
                </a:cubicBezTo>
                <a:cubicBezTo>
                  <a:pt x="902124" y="141965"/>
                  <a:pt x="853942" y="172724"/>
                  <a:pt x="799522" y="172724"/>
                </a:cubicBezTo>
                <a:cubicBezTo>
                  <a:pt x="799522" y="172724"/>
                  <a:pt x="799522" y="172724"/>
                  <a:pt x="799522" y="172724"/>
                </a:cubicBezTo>
                <a:cubicBezTo>
                  <a:pt x="744887" y="172724"/>
                  <a:pt x="696920" y="141965"/>
                  <a:pt x="673905" y="92492"/>
                </a:cubicBezTo>
                <a:cubicBezTo>
                  <a:pt x="655836" y="53560"/>
                  <a:pt x="617979" y="29253"/>
                  <a:pt x="574959" y="29253"/>
                </a:cubicBezTo>
                <a:cubicBezTo>
                  <a:pt x="531939" y="29253"/>
                  <a:pt x="494082" y="53560"/>
                  <a:pt x="476014" y="92492"/>
                </a:cubicBezTo>
                <a:cubicBezTo>
                  <a:pt x="452998" y="141965"/>
                  <a:pt x="405031" y="172724"/>
                  <a:pt x="350396" y="172724"/>
                </a:cubicBezTo>
                <a:cubicBezTo>
                  <a:pt x="295976" y="172724"/>
                  <a:pt x="247794" y="141965"/>
                  <a:pt x="224778" y="92492"/>
                </a:cubicBezTo>
                <a:cubicBezTo>
                  <a:pt x="206710" y="53560"/>
                  <a:pt x="168853" y="29253"/>
                  <a:pt x="125833" y="29253"/>
                </a:cubicBezTo>
                <a:cubicBezTo>
                  <a:pt x="82813" y="29253"/>
                  <a:pt x="44956" y="53560"/>
                  <a:pt x="26887" y="92492"/>
                </a:cubicBezTo>
                <a:lnTo>
                  <a:pt x="0" y="80232"/>
                </a:lnTo>
                <a:cubicBezTo>
                  <a:pt x="23016" y="30759"/>
                  <a:pt x="70983" y="0"/>
                  <a:pt x="125618" y="0"/>
                </a:cubicBezTo>
                <a:cubicBezTo>
                  <a:pt x="180253" y="0"/>
                  <a:pt x="228220" y="30759"/>
                  <a:pt x="251235" y="80232"/>
                </a:cubicBezTo>
                <a:cubicBezTo>
                  <a:pt x="269304" y="119165"/>
                  <a:pt x="307376" y="143471"/>
                  <a:pt x="350181" y="143471"/>
                </a:cubicBezTo>
                <a:cubicBezTo>
                  <a:pt x="393201" y="143471"/>
                  <a:pt x="431058" y="119165"/>
                  <a:pt x="449126" y="80232"/>
                </a:cubicBezTo>
                <a:cubicBezTo>
                  <a:pt x="472142" y="30759"/>
                  <a:pt x="520324" y="0"/>
                  <a:pt x="574744" y="0"/>
                </a:cubicBezTo>
                <a:cubicBezTo>
                  <a:pt x="629164" y="0"/>
                  <a:pt x="677346" y="30759"/>
                  <a:pt x="700362" y="80232"/>
                </a:cubicBezTo>
                <a:cubicBezTo>
                  <a:pt x="718430" y="119165"/>
                  <a:pt x="756287" y="143471"/>
                  <a:pt x="799307" y="143471"/>
                </a:cubicBezTo>
                <a:lnTo>
                  <a:pt x="799307" y="143471"/>
                </a:lnTo>
                <a:cubicBezTo>
                  <a:pt x="842327" y="143471"/>
                  <a:pt x="880184" y="119165"/>
                  <a:pt x="898253" y="80232"/>
                </a:cubicBezTo>
                <a:cubicBezTo>
                  <a:pt x="921483" y="30759"/>
                  <a:pt x="969450" y="0"/>
                  <a:pt x="1024085" y="0"/>
                </a:cubicBezTo>
                <a:cubicBezTo>
                  <a:pt x="1078720" y="0"/>
                  <a:pt x="1126688" y="30759"/>
                  <a:pt x="1149703" y="80232"/>
                </a:cubicBezTo>
                <a:cubicBezTo>
                  <a:pt x="1167771" y="119165"/>
                  <a:pt x="1205629" y="143471"/>
                  <a:pt x="1248648" y="143471"/>
                </a:cubicBezTo>
                <a:cubicBezTo>
                  <a:pt x="1291668" y="143471"/>
                  <a:pt x="1329526" y="119165"/>
                  <a:pt x="1347594" y="80232"/>
                </a:cubicBezTo>
                <a:cubicBezTo>
                  <a:pt x="1370610" y="30759"/>
                  <a:pt x="1418792" y="0"/>
                  <a:pt x="1473212" y="0"/>
                </a:cubicBezTo>
                <a:cubicBezTo>
                  <a:pt x="1527847" y="0"/>
                  <a:pt x="1576029" y="30759"/>
                  <a:pt x="1598829" y="80232"/>
                </a:cubicBezTo>
                <a:lnTo>
                  <a:pt x="1572157" y="92492"/>
                </a:lnTo>
                <a:cubicBezTo>
                  <a:pt x="1554089" y="53560"/>
                  <a:pt x="1516016" y="29253"/>
                  <a:pt x="1473212" y="29253"/>
                </a:cubicBezTo>
                <a:cubicBezTo>
                  <a:pt x="1430192" y="29253"/>
                  <a:pt x="1392335" y="53560"/>
                  <a:pt x="1374266" y="92492"/>
                </a:cubicBezTo>
                <a:cubicBezTo>
                  <a:pt x="1351251" y="141965"/>
                  <a:pt x="1303069" y="172724"/>
                  <a:pt x="1248648" y="172724"/>
                </a:cubicBezTo>
                <a:close/>
              </a:path>
            </a:pathLst>
          </a:custGeom>
          <a:solidFill>
            <a:schemeClr val="bg1"/>
          </a:solidFill>
          <a:ln w="214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0" name="Freeform: Shape 519">
            <a:extLst>
              <a:ext uri="{FF2B5EF4-FFF2-40B4-BE49-F238E27FC236}">
                <a16:creationId xmlns:a16="http://schemas.microsoft.com/office/drawing/2014/main" id="{6BDCB77C-C387-73C8-C1B2-6A2E901F0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8648" y="919583"/>
            <a:ext cx="1199122" cy="129543"/>
          </a:xfrm>
          <a:custGeom>
            <a:avLst/>
            <a:gdLst>
              <a:gd name="connsiteX0" fmla="*/ 1248648 w 1598829"/>
              <a:gd name="connsiteY0" fmla="*/ 172724 h 172724"/>
              <a:gd name="connsiteX1" fmla="*/ 1123031 w 1598829"/>
              <a:gd name="connsiteY1" fmla="*/ 92492 h 172724"/>
              <a:gd name="connsiteX2" fmla="*/ 1024085 w 1598829"/>
              <a:gd name="connsiteY2" fmla="*/ 29253 h 172724"/>
              <a:gd name="connsiteX3" fmla="*/ 925140 w 1598829"/>
              <a:gd name="connsiteY3" fmla="*/ 92492 h 172724"/>
              <a:gd name="connsiteX4" fmla="*/ 799522 w 1598829"/>
              <a:gd name="connsiteY4" fmla="*/ 172724 h 172724"/>
              <a:gd name="connsiteX5" fmla="*/ 799522 w 1598829"/>
              <a:gd name="connsiteY5" fmla="*/ 172724 h 172724"/>
              <a:gd name="connsiteX6" fmla="*/ 673905 w 1598829"/>
              <a:gd name="connsiteY6" fmla="*/ 92492 h 172724"/>
              <a:gd name="connsiteX7" fmla="*/ 574959 w 1598829"/>
              <a:gd name="connsiteY7" fmla="*/ 29253 h 172724"/>
              <a:gd name="connsiteX8" fmla="*/ 476014 w 1598829"/>
              <a:gd name="connsiteY8" fmla="*/ 92492 h 172724"/>
              <a:gd name="connsiteX9" fmla="*/ 350396 w 1598829"/>
              <a:gd name="connsiteY9" fmla="*/ 172724 h 172724"/>
              <a:gd name="connsiteX10" fmla="*/ 224778 w 1598829"/>
              <a:gd name="connsiteY10" fmla="*/ 92492 h 172724"/>
              <a:gd name="connsiteX11" fmla="*/ 125833 w 1598829"/>
              <a:gd name="connsiteY11" fmla="*/ 29253 h 172724"/>
              <a:gd name="connsiteX12" fmla="*/ 26887 w 1598829"/>
              <a:gd name="connsiteY12" fmla="*/ 92492 h 172724"/>
              <a:gd name="connsiteX13" fmla="*/ 0 w 1598829"/>
              <a:gd name="connsiteY13" fmla="*/ 80232 h 172724"/>
              <a:gd name="connsiteX14" fmla="*/ 125618 w 1598829"/>
              <a:gd name="connsiteY14" fmla="*/ 0 h 172724"/>
              <a:gd name="connsiteX15" fmla="*/ 251235 w 1598829"/>
              <a:gd name="connsiteY15" fmla="*/ 80232 h 172724"/>
              <a:gd name="connsiteX16" fmla="*/ 350181 w 1598829"/>
              <a:gd name="connsiteY16" fmla="*/ 143471 h 172724"/>
              <a:gd name="connsiteX17" fmla="*/ 449126 w 1598829"/>
              <a:gd name="connsiteY17" fmla="*/ 80232 h 172724"/>
              <a:gd name="connsiteX18" fmla="*/ 574744 w 1598829"/>
              <a:gd name="connsiteY18" fmla="*/ 0 h 172724"/>
              <a:gd name="connsiteX19" fmla="*/ 700362 w 1598829"/>
              <a:gd name="connsiteY19" fmla="*/ 80232 h 172724"/>
              <a:gd name="connsiteX20" fmla="*/ 799307 w 1598829"/>
              <a:gd name="connsiteY20" fmla="*/ 143471 h 172724"/>
              <a:gd name="connsiteX21" fmla="*/ 799307 w 1598829"/>
              <a:gd name="connsiteY21" fmla="*/ 143471 h 172724"/>
              <a:gd name="connsiteX22" fmla="*/ 898253 w 1598829"/>
              <a:gd name="connsiteY22" fmla="*/ 80232 h 172724"/>
              <a:gd name="connsiteX23" fmla="*/ 1024085 w 1598829"/>
              <a:gd name="connsiteY23" fmla="*/ 0 h 172724"/>
              <a:gd name="connsiteX24" fmla="*/ 1149703 w 1598829"/>
              <a:gd name="connsiteY24" fmla="*/ 80232 h 172724"/>
              <a:gd name="connsiteX25" fmla="*/ 1248648 w 1598829"/>
              <a:gd name="connsiteY25" fmla="*/ 143471 h 172724"/>
              <a:gd name="connsiteX26" fmla="*/ 1347594 w 1598829"/>
              <a:gd name="connsiteY26" fmla="*/ 80232 h 172724"/>
              <a:gd name="connsiteX27" fmla="*/ 1473212 w 1598829"/>
              <a:gd name="connsiteY27" fmla="*/ 0 h 172724"/>
              <a:gd name="connsiteX28" fmla="*/ 1598829 w 1598829"/>
              <a:gd name="connsiteY28" fmla="*/ 80232 h 172724"/>
              <a:gd name="connsiteX29" fmla="*/ 1572157 w 1598829"/>
              <a:gd name="connsiteY29" fmla="*/ 92492 h 172724"/>
              <a:gd name="connsiteX30" fmla="*/ 1473212 w 1598829"/>
              <a:gd name="connsiteY30" fmla="*/ 29253 h 172724"/>
              <a:gd name="connsiteX31" fmla="*/ 1374266 w 1598829"/>
              <a:gd name="connsiteY31" fmla="*/ 92492 h 172724"/>
              <a:gd name="connsiteX32" fmla="*/ 1248648 w 1598829"/>
              <a:gd name="connsiteY32" fmla="*/ 172724 h 17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8829" h="172724">
                <a:moveTo>
                  <a:pt x="1248648" y="172724"/>
                </a:moveTo>
                <a:cubicBezTo>
                  <a:pt x="1194229" y="172724"/>
                  <a:pt x="1146046" y="141965"/>
                  <a:pt x="1123031" y="92492"/>
                </a:cubicBezTo>
                <a:cubicBezTo>
                  <a:pt x="1104962" y="53560"/>
                  <a:pt x="1067105" y="29253"/>
                  <a:pt x="1024085" y="29253"/>
                </a:cubicBezTo>
                <a:cubicBezTo>
                  <a:pt x="981066" y="29253"/>
                  <a:pt x="943208" y="53560"/>
                  <a:pt x="925140" y="92492"/>
                </a:cubicBezTo>
                <a:cubicBezTo>
                  <a:pt x="902124" y="141965"/>
                  <a:pt x="853942" y="172724"/>
                  <a:pt x="799522" y="172724"/>
                </a:cubicBezTo>
                <a:cubicBezTo>
                  <a:pt x="799522" y="172724"/>
                  <a:pt x="799522" y="172724"/>
                  <a:pt x="799522" y="172724"/>
                </a:cubicBezTo>
                <a:cubicBezTo>
                  <a:pt x="744887" y="172724"/>
                  <a:pt x="696920" y="141965"/>
                  <a:pt x="673905" y="92492"/>
                </a:cubicBezTo>
                <a:cubicBezTo>
                  <a:pt x="655836" y="53560"/>
                  <a:pt x="617979" y="29253"/>
                  <a:pt x="574959" y="29253"/>
                </a:cubicBezTo>
                <a:cubicBezTo>
                  <a:pt x="531939" y="29253"/>
                  <a:pt x="494082" y="53560"/>
                  <a:pt x="476014" y="92492"/>
                </a:cubicBezTo>
                <a:cubicBezTo>
                  <a:pt x="452998" y="141965"/>
                  <a:pt x="405031" y="172724"/>
                  <a:pt x="350396" y="172724"/>
                </a:cubicBezTo>
                <a:cubicBezTo>
                  <a:pt x="295976" y="172724"/>
                  <a:pt x="247794" y="141965"/>
                  <a:pt x="224778" y="92492"/>
                </a:cubicBezTo>
                <a:cubicBezTo>
                  <a:pt x="206710" y="53560"/>
                  <a:pt x="168853" y="29253"/>
                  <a:pt x="125833" y="29253"/>
                </a:cubicBezTo>
                <a:cubicBezTo>
                  <a:pt x="82813" y="29253"/>
                  <a:pt x="44956" y="53560"/>
                  <a:pt x="26887" y="92492"/>
                </a:cubicBezTo>
                <a:lnTo>
                  <a:pt x="0" y="80232"/>
                </a:lnTo>
                <a:cubicBezTo>
                  <a:pt x="23016" y="30759"/>
                  <a:pt x="70983" y="0"/>
                  <a:pt x="125618" y="0"/>
                </a:cubicBezTo>
                <a:cubicBezTo>
                  <a:pt x="180253" y="0"/>
                  <a:pt x="228220" y="30759"/>
                  <a:pt x="251235" y="80232"/>
                </a:cubicBezTo>
                <a:cubicBezTo>
                  <a:pt x="269304" y="119165"/>
                  <a:pt x="307376" y="143471"/>
                  <a:pt x="350181" y="143471"/>
                </a:cubicBezTo>
                <a:cubicBezTo>
                  <a:pt x="393201" y="143471"/>
                  <a:pt x="431058" y="119165"/>
                  <a:pt x="449126" y="80232"/>
                </a:cubicBezTo>
                <a:cubicBezTo>
                  <a:pt x="472142" y="30759"/>
                  <a:pt x="520324" y="0"/>
                  <a:pt x="574744" y="0"/>
                </a:cubicBezTo>
                <a:cubicBezTo>
                  <a:pt x="629164" y="0"/>
                  <a:pt x="677346" y="30759"/>
                  <a:pt x="700362" y="80232"/>
                </a:cubicBezTo>
                <a:cubicBezTo>
                  <a:pt x="718430" y="119165"/>
                  <a:pt x="756287" y="143471"/>
                  <a:pt x="799307" y="143471"/>
                </a:cubicBezTo>
                <a:lnTo>
                  <a:pt x="799307" y="143471"/>
                </a:lnTo>
                <a:cubicBezTo>
                  <a:pt x="842327" y="143471"/>
                  <a:pt x="880184" y="119165"/>
                  <a:pt x="898253" y="80232"/>
                </a:cubicBezTo>
                <a:cubicBezTo>
                  <a:pt x="921483" y="30759"/>
                  <a:pt x="969450" y="0"/>
                  <a:pt x="1024085" y="0"/>
                </a:cubicBezTo>
                <a:cubicBezTo>
                  <a:pt x="1078720" y="0"/>
                  <a:pt x="1126688" y="30759"/>
                  <a:pt x="1149703" y="80232"/>
                </a:cubicBezTo>
                <a:cubicBezTo>
                  <a:pt x="1167771" y="119165"/>
                  <a:pt x="1205629" y="143471"/>
                  <a:pt x="1248648" y="143471"/>
                </a:cubicBezTo>
                <a:cubicBezTo>
                  <a:pt x="1291668" y="143471"/>
                  <a:pt x="1329526" y="119165"/>
                  <a:pt x="1347594" y="80232"/>
                </a:cubicBezTo>
                <a:cubicBezTo>
                  <a:pt x="1370610" y="30759"/>
                  <a:pt x="1418792" y="0"/>
                  <a:pt x="1473212" y="0"/>
                </a:cubicBezTo>
                <a:cubicBezTo>
                  <a:pt x="1527847" y="0"/>
                  <a:pt x="1576029" y="30759"/>
                  <a:pt x="1598829" y="80232"/>
                </a:cubicBezTo>
                <a:lnTo>
                  <a:pt x="1572157" y="92492"/>
                </a:lnTo>
                <a:cubicBezTo>
                  <a:pt x="1554089" y="53560"/>
                  <a:pt x="1516016" y="29253"/>
                  <a:pt x="1473212" y="29253"/>
                </a:cubicBezTo>
                <a:cubicBezTo>
                  <a:pt x="1430192" y="29253"/>
                  <a:pt x="1392335" y="53560"/>
                  <a:pt x="1374266" y="92492"/>
                </a:cubicBezTo>
                <a:cubicBezTo>
                  <a:pt x="1351251" y="141965"/>
                  <a:pt x="1303069" y="172724"/>
                  <a:pt x="1248648" y="172724"/>
                </a:cubicBezTo>
                <a:close/>
              </a:path>
            </a:pathLst>
          </a:custGeom>
          <a:solidFill>
            <a:schemeClr val="bg1"/>
          </a:solidFill>
          <a:ln w="214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2" name="Freeform: Shape 521">
            <a:extLst>
              <a:ext uri="{FF2B5EF4-FFF2-40B4-BE49-F238E27FC236}">
                <a16:creationId xmlns:a16="http://schemas.microsoft.com/office/drawing/2014/main" id="{B5919080-CB70-21ED-B581-63DAA73E6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071" y="445062"/>
            <a:ext cx="1199122" cy="129543"/>
          </a:xfrm>
          <a:custGeom>
            <a:avLst/>
            <a:gdLst>
              <a:gd name="connsiteX0" fmla="*/ 1248648 w 1598829"/>
              <a:gd name="connsiteY0" fmla="*/ 172724 h 172724"/>
              <a:gd name="connsiteX1" fmla="*/ 1123031 w 1598829"/>
              <a:gd name="connsiteY1" fmla="*/ 92492 h 172724"/>
              <a:gd name="connsiteX2" fmla="*/ 1024085 w 1598829"/>
              <a:gd name="connsiteY2" fmla="*/ 29253 h 172724"/>
              <a:gd name="connsiteX3" fmla="*/ 925140 w 1598829"/>
              <a:gd name="connsiteY3" fmla="*/ 92492 h 172724"/>
              <a:gd name="connsiteX4" fmla="*/ 799522 w 1598829"/>
              <a:gd name="connsiteY4" fmla="*/ 172724 h 172724"/>
              <a:gd name="connsiteX5" fmla="*/ 799522 w 1598829"/>
              <a:gd name="connsiteY5" fmla="*/ 172724 h 172724"/>
              <a:gd name="connsiteX6" fmla="*/ 673905 w 1598829"/>
              <a:gd name="connsiteY6" fmla="*/ 92492 h 172724"/>
              <a:gd name="connsiteX7" fmla="*/ 574959 w 1598829"/>
              <a:gd name="connsiteY7" fmla="*/ 29253 h 172724"/>
              <a:gd name="connsiteX8" fmla="*/ 476014 w 1598829"/>
              <a:gd name="connsiteY8" fmla="*/ 92492 h 172724"/>
              <a:gd name="connsiteX9" fmla="*/ 350396 w 1598829"/>
              <a:gd name="connsiteY9" fmla="*/ 172724 h 172724"/>
              <a:gd name="connsiteX10" fmla="*/ 224778 w 1598829"/>
              <a:gd name="connsiteY10" fmla="*/ 92492 h 172724"/>
              <a:gd name="connsiteX11" fmla="*/ 125833 w 1598829"/>
              <a:gd name="connsiteY11" fmla="*/ 29253 h 172724"/>
              <a:gd name="connsiteX12" fmla="*/ 26887 w 1598829"/>
              <a:gd name="connsiteY12" fmla="*/ 92492 h 172724"/>
              <a:gd name="connsiteX13" fmla="*/ 0 w 1598829"/>
              <a:gd name="connsiteY13" fmla="*/ 80232 h 172724"/>
              <a:gd name="connsiteX14" fmla="*/ 125618 w 1598829"/>
              <a:gd name="connsiteY14" fmla="*/ 0 h 172724"/>
              <a:gd name="connsiteX15" fmla="*/ 251235 w 1598829"/>
              <a:gd name="connsiteY15" fmla="*/ 80232 h 172724"/>
              <a:gd name="connsiteX16" fmla="*/ 350181 w 1598829"/>
              <a:gd name="connsiteY16" fmla="*/ 143471 h 172724"/>
              <a:gd name="connsiteX17" fmla="*/ 449126 w 1598829"/>
              <a:gd name="connsiteY17" fmla="*/ 80232 h 172724"/>
              <a:gd name="connsiteX18" fmla="*/ 574744 w 1598829"/>
              <a:gd name="connsiteY18" fmla="*/ 0 h 172724"/>
              <a:gd name="connsiteX19" fmla="*/ 700362 w 1598829"/>
              <a:gd name="connsiteY19" fmla="*/ 80232 h 172724"/>
              <a:gd name="connsiteX20" fmla="*/ 799307 w 1598829"/>
              <a:gd name="connsiteY20" fmla="*/ 143471 h 172724"/>
              <a:gd name="connsiteX21" fmla="*/ 799307 w 1598829"/>
              <a:gd name="connsiteY21" fmla="*/ 143471 h 172724"/>
              <a:gd name="connsiteX22" fmla="*/ 898253 w 1598829"/>
              <a:gd name="connsiteY22" fmla="*/ 80232 h 172724"/>
              <a:gd name="connsiteX23" fmla="*/ 1024085 w 1598829"/>
              <a:gd name="connsiteY23" fmla="*/ 0 h 172724"/>
              <a:gd name="connsiteX24" fmla="*/ 1149703 w 1598829"/>
              <a:gd name="connsiteY24" fmla="*/ 80232 h 172724"/>
              <a:gd name="connsiteX25" fmla="*/ 1248648 w 1598829"/>
              <a:gd name="connsiteY25" fmla="*/ 143471 h 172724"/>
              <a:gd name="connsiteX26" fmla="*/ 1347594 w 1598829"/>
              <a:gd name="connsiteY26" fmla="*/ 80232 h 172724"/>
              <a:gd name="connsiteX27" fmla="*/ 1473212 w 1598829"/>
              <a:gd name="connsiteY27" fmla="*/ 0 h 172724"/>
              <a:gd name="connsiteX28" fmla="*/ 1598829 w 1598829"/>
              <a:gd name="connsiteY28" fmla="*/ 80232 h 172724"/>
              <a:gd name="connsiteX29" fmla="*/ 1572157 w 1598829"/>
              <a:gd name="connsiteY29" fmla="*/ 92492 h 172724"/>
              <a:gd name="connsiteX30" fmla="*/ 1473212 w 1598829"/>
              <a:gd name="connsiteY30" fmla="*/ 29253 h 172724"/>
              <a:gd name="connsiteX31" fmla="*/ 1374266 w 1598829"/>
              <a:gd name="connsiteY31" fmla="*/ 92492 h 172724"/>
              <a:gd name="connsiteX32" fmla="*/ 1248648 w 1598829"/>
              <a:gd name="connsiteY32" fmla="*/ 172724 h 17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8829" h="172724">
                <a:moveTo>
                  <a:pt x="1248648" y="172724"/>
                </a:moveTo>
                <a:cubicBezTo>
                  <a:pt x="1194229" y="172724"/>
                  <a:pt x="1146046" y="141965"/>
                  <a:pt x="1123031" y="92492"/>
                </a:cubicBezTo>
                <a:cubicBezTo>
                  <a:pt x="1104962" y="53560"/>
                  <a:pt x="1067105" y="29253"/>
                  <a:pt x="1024085" y="29253"/>
                </a:cubicBezTo>
                <a:cubicBezTo>
                  <a:pt x="981066" y="29253"/>
                  <a:pt x="943208" y="53560"/>
                  <a:pt x="925140" y="92492"/>
                </a:cubicBezTo>
                <a:cubicBezTo>
                  <a:pt x="902124" y="141965"/>
                  <a:pt x="853942" y="172724"/>
                  <a:pt x="799522" y="172724"/>
                </a:cubicBezTo>
                <a:cubicBezTo>
                  <a:pt x="799522" y="172724"/>
                  <a:pt x="799522" y="172724"/>
                  <a:pt x="799522" y="172724"/>
                </a:cubicBezTo>
                <a:cubicBezTo>
                  <a:pt x="744887" y="172724"/>
                  <a:pt x="696920" y="141965"/>
                  <a:pt x="673905" y="92492"/>
                </a:cubicBezTo>
                <a:cubicBezTo>
                  <a:pt x="655836" y="53560"/>
                  <a:pt x="617979" y="29253"/>
                  <a:pt x="574959" y="29253"/>
                </a:cubicBezTo>
                <a:cubicBezTo>
                  <a:pt x="531939" y="29253"/>
                  <a:pt x="494082" y="53560"/>
                  <a:pt x="476014" y="92492"/>
                </a:cubicBezTo>
                <a:cubicBezTo>
                  <a:pt x="452998" y="141965"/>
                  <a:pt x="405031" y="172724"/>
                  <a:pt x="350396" y="172724"/>
                </a:cubicBezTo>
                <a:cubicBezTo>
                  <a:pt x="295976" y="172724"/>
                  <a:pt x="247794" y="141965"/>
                  <a:pt x="224778" y="92492"/>
                </a:cubicBezTo>
                <a:cubicBezTo>
                  <a:pt x="206710" y="53560"/>
                  <a:pt x="168853" y="29253"/>
                  <a:pt x="125833" y="29253"/>
                </a:cubicBezTo>
                <a:cubicBezTo>
                  <a:pt x="82813" y="29253"/>
                  <a:pt x="44956" y="53560"/>
                  <a:pt x="26887" y="92492"/>
                </a:cubicBezTo>
                <a:lnTo>
                  <a:pt x="0" y="80232"/>
                </a:lnTo>
                <a:cubicBezTo>
                  <a:pt x="23016" y="30759"/>
                  <a:pt x="70983" y="0"/>
                  <a:pt x="125618" y="0"/>
                </a:cubicBezTo>
                <a:cubicBezTo>
                  <a:pt x="180253" y="0"/>
                  <a:pt x="228220" y="30759"/>
                  <a:pt x="251235" y="80232"/>
                </a:cubicBezTo>
                <a:cubicBezTo>
                  <a:pt x="269304" y="119165"/>
                  <a:pt x="307376" y="143471"/>
                  <a:pt x="350181" y="143471"/>
                </a:cubicBezTo>
                <a:cubicBezTo>
                  <a:pt x="393201" y="143471"/>
                  <a:pt x="431058" y="119165"/>
                  <a:pt x="449126" y="80232"/>
                </a:cubicBezTo>
                <a:cubicBezTo>
                  <a:pt x="472142" y="30759"/>
                  <a:pt x="520324" y="0"/>
                  <a:pt x="574744" y="0"/>
                </a:cubicBezTo>
                <a:cubicBezTo>
                  <a:pt x="629164" y="0"/>
                  <a:pt x="677346" y="30759"/>
                  <a:pt x="700362" y="80232"/>
                </a:cubicBezTo>
                <a:cubicBezTo>
                  <a:pt x="718430" y="119165"/>
                  <a:pt x="756287" y="143471"/>
                  <a:pt x="799307" y="143471"/>
                </a:cubicBezTo>
                <a:lnTo>
                  <a:pt x="799307" y="143471"/>
                </a:lnTo>
                <a:cubicBezTo>
                  <a:pt x="842327" y="143471"/>
                  <a:pt x="880184" y="119165"/>
                  <a:pt x="898253" y="80232"/>
                </a:cubicBezTo>
                <a:cubicBezTo>
                  <a:pt x="921483" y="30759"/>
                  <a:pt x="969450" y="0"/>
                  <a:pt x="1024085" y="0"/>
                </a:cubicBezTo>
                <a:cubicBezTo>
                  <a:pt x="1078720" y="0"/>
                  <a:pt x="1126688" y="30759"/>
                  <a:pt x="1149703" y="80232"/>
                </a:cubicBezTo>
                <a:cubicBezTo>
                  <a:pt x="1167771" y="119165"/>
                  <a:pt x="1205629" y="143471"/>
                  <a:pt x="1248648" y="143471"/>
                </a:cubicBezTo>
                <a:cubicBezTo>
                  <a:pt x="1291668" y="143471"/>
                  <a:pt x="1329526" y="119165"/>
                  <a:pt x="1347594" y="80232"/>
                </a:cubicBezTo>
                <a:cubicBezTo>
                  <a:pt x="1370610" y="30759"/>
                  <a:pt x="1418792" y="0"/>
                  <a:pt x="1473212" y="0"/>
                </a:cubicBezTo>
                <a:cubicBezTo>
                  <a:pt x="1527847" y="0"/>
                  <a:pt x="1576029" y="30759"/>
                  <a:pt x="1598829" y="80232"/>
                </a:cubicBezTo>
                <a:lnTo>
                  <a:pt x="1572157" y="92492"/>
                </a:lnTo>
                <a:cubicBezTo>
                  <a:pt x="1554089" y="53560"/>
                  <a:pt x="1516016" y="29253"/>
                  <a:pt x="1473212" y="29253"/>
                </a:cubicBezTo>
                <a:cubicBezTo>
                  <a:pt x="1430192" y="29253"/>
                  <a:pt x="1392335" y="53560"/>
                  <a:pt x="1374266" y="92492"/>
                </a:cubicBezTo>
                <a:cubicBezTo>
                  <a:pt x="1351251" y="141965"/>
                  <a:pt x="1303069" y="172724"/>
                  <a:pt x="1248648" y="172724"/>
                </a:cubicBezTo>
                <a:close/>
              </a:path>
            </a:pathLst>
          </a:custGeom>
          <a:solidFill>
            <a:schemeClr val="bg1"/>
          </a:solidFill>
          <a:ln w="214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D1AD8B1D-E6E9-B236-77AC-9BA07CDCB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963" y="3267819"/>
            <a:ext cx="239955" cy="239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CDFC7"/>
                </a:solidFill>
              </a:rPr>
              <a:t>Ball and Paddle Movement</a:t>
            </a:r>
            <a:endParaRPr lang="en-US" sz="3700" b="1">
              <a:solidFill>
                <a:srgbClr val="FCDFC7"/>
              </a:solidFill>
              <a:ea typeface="Calibri"/>
              <a:cs typeface="Calibri"/>
            </a:endParaRPr>
          </a:p>
        </p:txBody>
      </p:sp>
      <p:grpSp>
        <p:nvGrpSpPr>
          <p:cNvPr id="4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658EA0-FE48-8787-73B0-E9E4E80AC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679852"/>
              </p:ext>
            </p:extLst>
          </p:nvPr>
        </p:nvGraphicFramePr>
        <p:xfrm>
          <a:off x="3447011" y="42844"/>
          <a:ext cx="6381579" cy="4886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519B30-C179-4924-AC71-727606DB8E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31BA7E-8B94-46C5-9BEF-3D1B204CE9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C6DEE8-5845-4524-A231-AE2E75742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1F790C-B3B5-481E-BAD0-E6F863ADEE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A3D8BD-8C77-4F06-8B40-1E9D563E4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F7417A-0B3D-46DB-979D-CB05995CAC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D100A7-9465-47AC-9BE8-BBB1885CA7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56B578-188D-4C9C-8F86-8AD12F198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2A4857-B710-42B9-9088-7276987D5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28436" b="15314"/>
          <a:stretch/>
        </p:blipFill>
        <p:spPr>
          <a:xfrm>
            <a:off x="20" y="10"/>
            <a:ext cx="9143979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1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Scoring System</a:t>
            </a:r>
            <a:endParaRPr lang="en-US" sz="4100" b="1" kern="120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5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261158"/>
            <a:ext cx="7269480" cy="13716"/>
          </a:xfrm>
          <a:custGeom>
            <a:avLst/>
            <a:gdLst>
              <a:gd name="connsiteX0" fmla="*/ 0 w 7269480"/>
              <a:gd name="connsiteY0" fmla="*/ 0 h 13716"/>
              <a:gd name="connsiteX1" fmla="*/ 733557 w 7269480"/>
              <a:gd name="connsiteY1" fmla="*/ 0 h 13716"/>
              <a:gd name="connsiteX2" fmla="*/ 1249029 w 7269480"/>
              <a:gd name="connsiteY2" fmla="*/ 0 h 13716"/>
              <a:gd name="connsiteX3" fmla="*/ 1764501 w 7269480"/>
              <a:gd name="connsiteY3" fmla="*/ 0 h 13716"/>
              <a:gd name="connsiteX4" fmla="*/ 2207278 w 7269480"/>
              <a:gd name="connsiteY4" fmla="*/ 0 h 13716"/>
              <a:gd name="connsiteX5" fmla="*/ 3013530 w 7269480"/>
              <a:gd name="connsiteY5" fmla="*/ 0 h 13716"/>
              <a:gd name="connsiteX6" fmla="*/ 3819781 w 7269480"/>
              <a:gd name="connsiteY6" fmla="*/ 0 h 13716"/>
              <a:gd name="connsiteX7" fmla="*/ 4626033 w 7269480"/>
              <a:gd name="connsiteY7" fmla="*/ 0 h 13716"/>
              <a:gd name="connsiteX8" fmla="*/ 5068810 w 7269480"/>
              <a:gd name="connsiteY8" fmla="*/ 0 h 13716"/>
              <a:gd name="connsiteX9" fmla="*/ 5656977 w 7269480"/>
              <a:gd name="connsiteY9" fmla="*/ 0 h 13716"/>
              <a:gd name="connsiteX10" fmla="*/ 6099755 w 7269480"/>
              <a:gd name="connsiteY10" fmla="*/ 0 h 13716"/>
              <a:gd name="connsiteX11" fmla="*/ 7269480 w 7269480"/>
              <a:gd name="connsiteY11" fmla="*/ 0 h 13716"/>
              <a:gd name="connsiteX12" fmla="*/ 7269480 w 7269480"/>
              <a:gd name="connsiteY12" fmla="*/ 13716 h 13716"/>
              <a:gd name="connsiteX13" fmla="*/ 6463229 w 7269480"/>
              <a:gd name="connsiteY13" fmla="*/ 13716 h 13716"/>
              <a:gd name="connsiteX14" fmla="*/ 6020451 w 7269480"/>
              <a:gd name="connsiteY14" fmla="*/ 13716 h 13716"/>
              <a:gd name="connsiteX15" fmla="*/ 5504979 w 7269480"/>
              <a:gd name="connsiteY15" fmla="*/ 13716 h 13716"/>
              <a:gd name="connsiteX16" fmla="*/ 4989507 w 7269480"/>
              <a:gd name="connsiteY16" fmla="*/ 13716 h 13716"/>
              <a:gd name="connsiteX17" fmla="*/ 4474035 w 7269480"/>
              <a:gd name="connsiteY17" fmla="*/ 13716 h 13716"/>
              <a:gd name="connsiteX18" fmla="*/ 3958562 w 7269480"/>
              <a:gd name="connsiteY18" fmla="*/ 13716 h 13716"/>
              <a:gd name="connsiteX19" fmla="*/ 3443090 w 7269480"/>
              <a:gd name="connsiteY19" fmla="*/ 13716 h 13716"/>
              <a:gd name="connsiteX20" fmla="*/ 2709533 w 7269480"/>
              <a:gd name="connsiteY20" fmla="*/ 13716 h 13716"/>
              <a:gd name="connsiteX21" fmla="*/ 2194061 w 7269480"/>
              <a:gd name="connsiteY21" fmla="*/ 13716 h 13716"/>
              <a:gd name="connsiteX22" fmla="*/ 1751284 w 7269480"/>
              <a:gd name="connsiteY22" fmla="*/ 13716 h 13716"/>
              <a:gd name="connsiteX23" fmla="*/ 1163117 w 7269480"/>
              <a:gd name="connsiteY23" fmla="*/ 13716 h 13716"/>
              <a:gd name="connsiteX24" fmla="*/ 0 w 7269480"/>
              <a:gd name="connsiteY24" fmla="*/ 13716 h 13716"/>
              <a:gd name="connsiteX25" fmla="*/ 0 w 7269480"/>
              <a:gd name="connsiteY25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269480" h="13716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9300" y="5430"/>
                  <a:pt x="7269349" y="9073"/>
                  <a:pt x="7269480" y="13716"/>
                </a:cubicBezTo>
                <a:cubicBezTo>
                  <a:pt x="7078692" y="27735"/>
                  <a:pt x="6750249" y="6045"/>
                  <a:pt x="6463229" y="13716"/>
                </a:cubicBezTo>
                <a:cubicBezTo>
                  <a:pt x="6176209" y="21387"/>
                  <a:pt x="6203666" y="34563"/>
                  <a:pt x="6020451" y="13716"/>
                </a:cubicBezTo>
                <a:cubicBezTo>
                  <a:pt x="5837236" y="-7131"/>
                  <a:pt x="5688034" y="-7960"/>
                  <a:pt x="5504979" y="13716"/>
                </a:cubicBezTo>
                <a:cubicBezTo>
                  <a:pt x="5321924" y="35392"/>
                  <a:pt x="5191313" y="2489"/>
                  <a:pt x="4989507" y="13716"/>
                </a:cubicBezTo>
                <a:cubicBezTo>
                  <a:pt x="4787701" y="24943"/>
                  <a:pt x="4612238" y="30417"/>
                  <a:pt x="4474035" y="13716"/>
                </a:cubicBezTo>
                <a:cubicBezTo>
                  <a:pt x="4335832" y="-2985"/>
                  <a:pt x="4094545" y="22695"/>
                  <a:pt x="3958562" y="13716"/>
                </a:cubicBezTo>
                <a:cubicBezTo>
                  <a:pt x="3822579" y="4737"/>
                  <a:pt x="3646287" y="-6102"/>
                  <a:pt x="3443090" y="13716"/>
                </a:cubicBezTo>
                <a:cubicBezTo>
                  <a:pt x="3239893" y="33534"/>
                  <a:pt x="3075699" y="4469"/>
                  <a:pt x="2709533" y="13716"/>
                </a:cubicBezTo>
                <a:cubicBezTo>
                  <a:pt x="2343367" y="22963"/>
                  <a:pt x="2428918" y="26446"/>
                  <a:pt x="2194061" y="13716"/>
                </a:cubicBezTo>
                <a:cubicBezTo>
                  <a:pt x="1959204" y="986"/>
                  <a:pt x="1872298" y="13303"/>
                  <a:pt x="1751284" y="13716"/>
                </a:cubicBezTo>
                <a:cubicBezTo>
                  <a:pt x="1630270" y="14129"/>
                  <a:pt x="1443391" y="25511"/>
                  <a:pt x="1163117" y="13716"/>
                </a:cubicBezTo>
                <a:cubicBezTo>
                  <a:pt x="882843" y="1921"/>
                  <a:pt x="581151" y="-197"/>
                  <a:pt x="0" y="13716"/>
                </a:cubicBezTo>
                <a:cubicBezTo>
                  <a:pt x="265" y="9979"/>
                  <a:pt x="-76" y="4962"/>
                  <a:pt x="0" y="0"/>
                </a:cubicBezTo>
                <a:close/>
              </a:path>
              <a:path w="7269480" h="13716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9023" y="4695"/>
                  <a:pt x="7269973" y="10960"/>
                  <a:pt x="7269480" y="13716"/>
                </a:cubicBezTo>
                <a:cubicBezTo>
                  <a:pt x="6950939" y="42549"/>
                  <a:pt x="6756956" y="8524"/>
                  <a:pt x="6608618" y="13716"/>
                </a:cubicBezTo>
                <a:cubicBezTo>
                  <a:pt x="6460280" y="18908"/>
                  <a:pt x="6230655" y="-6110"/>
                  <a:pt x="6020451" y="13716"/>
                </a:cubicBezTo>
                <a:cubicBezTo>
                  <a:pt x="5810247" y="33542"/>
                  <a:pt x="5619850" y="-15020"/>
                  <a:pt x="5432284" y="13716"/>
                </a:cubicBezTo>
                <a:cubicBezTo>
                  <a:pt x="5244718" y="42452"/>
                  <a:pt x="4984575" y="23354"/>
                  <a:pt x="4626033" y="13716"/>
                </a:cubicBezTo>
                <a:cubicBezTo>
                  <a:pt x="4267491" y="4078"/>
                  <a:pt x="4240108" y="35534"/>
                  <a:pt x="4110561" y="13716"/>
                </a:cubicBezTo>
                <a:cubicBezTo>
                  <a:pt x="3981014" y="-8102"/>
                  <a:pt x="3580293" y="37339"/>
                  <a:pt x="3377004" y="13716"/>
                </a:cubicBezTo>
                <a:cubicBezTo>
                  <a:pt x="3173715" y="-9907"/>
                  <a:pt x="3043404" y="6159"/>
                  <a:pt x="2934226" y="13716"/>
                </a:cubicBezTo>
                <a:cubicBezTo>
                  <a:pt x="2825048" y="21273"/>
                  <a:pt x="2427024" y="10160"/>
                  <a:pt x="2273365" y="13716"/>
                </a:cubicBezTo>
                <a:cubicBezTo>
                  <a:pt x="2119706" y="17272"/>
                  <a:pt x="1948744" y="38860"/>
                  <a:pt x="1757892" y="13716"/>
                </a:cubicBezTo>
                <a:cubicBezTo>
                  <a:pt x="1567040" y="-11428"/>
                  <a:pt x="1185958" y="5761"/>
                  <a:pt x="951641" y="13716"/>
                </a:cubicBezTo>
                <a:cubicBezTo>
                  <a:pt x="717324" y="21671"/>
                  <a:pt x="448990" y="-11807"/>
                  <a:pt x="0" y="13716"/>
                </a:cubicBezTo>
                <a:cubicBezTo>
                  <a:pt x="682" y="10126"/>
                  <a:pt x="-551" y="5226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97F7CFE-C5B4-4055-4253-E3E2809BF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30959"/>
              </p:ext>
            </p:extLst>
          </p:nvPr>
        </p:nvGraphicFramePr>
        <p:xfrm>
          <a:off x="628650" y="1529311"/>
          <a:ext cx="7886700" cy="3132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84DD251-86DE-2BD1-379A-9543938091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8887" b="8087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799396"/>
            <a:ext cx="4539716" cy="3544707"/>
          </a:xfrm>
        </p:spPr>
        <p:txBody>
          <a:bodyPr>
            <a:normAutofit/>
          </a:bodyPr>
          <a:lstStyle/>
          <a:p>
            <a:pPr algn="r"/>
            <a:r>
              <a:rPr lang="en-US" sz="6000" b="1">
                <a:ln w="22225">
                  <a:solidFill>
                    <a:srgbClr val="FFFFFF"/>
                  </a:solidFill>
                </a:ln>
                <a:noFill/>
              </a:rPr>
              <a:t>Code Overview</a:t>
            </a:r>
            <a:endParaRPr lang="en-US" sz="6000" b="1">
              <a:ln w="22225">
                <a:solidFill>
                  <a:srgbClr val="FFFFFF"/>
                </a:solidFill>
              </a:ln>
              <a:noFill/>
              <a:ea typeface="Calibri"/>
              <a:cs typeface="Calibri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9674" y="1714500"/>
            <a:ext cx="0" cy="17145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43EA90-8B19-8E10-411D-83CB728DE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312219"/>
              </p:ext>
            </p:extLst>
          </p:nvPr>
        </p:nvGraphicFramePr>
        <p:xfrm>
          <a:off x="5650980" y="799396"/>
          <a:ext cx="2895002" cy="3544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082A0E1-4318-9F31-5F77-DBC9C06E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683"/>
          <a:stretch/>
        </p:blipFill>
        <p:spPr>
          <a:xfrm>
            <a:off x="2606141" y="10"/>
            <a:ext cx="6609294" cy="51434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3285741" cy="1424934"/>
          </a:xfrm>
        </p:spPr>
        <p:txBody>
          <a:bodyPr>
            <a:normAutofit/>
          </a:bodyPr>
          <a:lstStyle/>
          <a:p>
            <a:r>
              <a:rPr lang="en-US" sz="3000" b="1" dirty="0"/>
              <a:t>Challenges Faced</a:t>
            </a:r>
            <a:endParaRPr lang="en-US" sz="3000" b="1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7A320D-DC30-0006-3792-EA086E0B0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613172"/>
              </p:ext>
            </p:extLst>
          </p:nvPr>
        </p:nvGraphicFramePr>
        <p:xfrm>
          <a:off x="0" y="1196999"/>
          <a:ext cx="6352791" cy="4769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350"/>
            <a:ext cx="9143999" cy="51498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55000"/>
          </a:blip>
          <a:srcRect t="12481" b="31269"/>
          <a:stretch/>
        </p:blipFill>
        <p:spPr>
          <a:xfrm>
            <a:off x="20" y="-6830"/>
            <a:ext cx="9143980" cy="5143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95" y="470178"/>
            <a:ext cx="2400300" cy="4189214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Improvements</a:t>
            </a:r>
            <a:endParaRPr lang="en-US" sz="2800" b="1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A666204-D7CC-A3F6-54FC-67515A16C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641799"/>
              </p:ext>
            </p:extLst>
          </p:nvPr>
        </p:nvGraphicFramePr>
        <p:xfrm>
          <a:off x="2691591" y="-615672"/>
          <a:ext cx="6034411" cy="6586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1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Ping pong bat and ball on table">
            <a:extLst>
              <a:ext uri="{FF2B5EF4-FFF2-40B4-BE49-F238E27FC236}">
                <a16:creationId xmlns:a16="http://schemas.microsoft.com/office/drawing/2014/main" id="{CD2F61F3-BA60-6B21-C348-0AEA5A3BAC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/>
        </p:blipFill>
        <p:spPr>
          <a:xfrm>
            <a:off x="32492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2" y="799396"/>
            <a:ext cx="4539716" cy="3544707"/>
          </a:xfrm>
        </p:spPr>
        <p:txBody>
          <a:bodyPr>
            <a:normAutofit/>
          </a:bodyPr>
          <a:lstStyle/>
          <a:p>
            <a:pPr algn="r"/>
            <a:r>
              <a:rPr lang="en-US" sz="6000">
                <a:ln w="22225">
                  <a:solidFill>
                    <a:srgbClr val="FFFFFF"/>
                  </a:solidFill>
                </a:ln>
                <a:noFill/>
              </a:rPr>
              <a:t>Educational Value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9674" y="1714500"/>
            <a:ext cx="0" cy="17145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C528B3-20A4-3ADE-6B2C-5296366B2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148178"/>
              </p:ext>
            </p:extLst>
          </p:nvPr>
        </p:nvGraphicFramePr>
        <p:xfrm>
          <a:off x="5339254" y="266863"/>
          <a:ext cx="3804206" cy="4505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C705DA8-2C4A-6E0F-3412-E9DCA80E67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735" r="-71" b="561"/>
          <a:stretch/>
        </p:blipFill>
        <p:spPr>
          <a:xfrm>
            <a:off x="20" y="-1233910"/>
            <a:ext cx="9148100" cy="64407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41772"/>
            <a:ext cx="6858000" cy="22974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0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3276467"/>
            <a:ext cx="3182692" cy="13716"/>
          </a:xfrm>
          <a:custGeom>
            <a:avLst/>
            <a:gdLst>
              <a:gd name="connsiteX0" fmla="*/ 0 w 3182692"/>
              <a:gd name="connsiteY0" fmla="*/ 0 h 13716"/>
              <a:gd name="connsiteX1" fmla="*/ 636538 w 3182692"/>
              <a:gd name="connsiteY1" fmla="*/ 0 h 13716"/>
              <a:gd name="connsiteX2" fmla="*/ 1273077 w 3182692"/>
              <a:gd name="connsiteY2" fmla="*/ 0 h 13716"/>
              <a:gd name="connsiteX3" fmla="*/ 1909615 w 3182692"/>
              <a:gd name="connsiteY3" fmla="*/ 0 h 13716"/>
              <a:gd name="connsiteX4" fmla="*/ 2482500 w 3182692"/>
              <a:gd name="connsiteY4" fmla="*/ 0 h 13716"/>
              <a:gd name="connsiteX5" fmla="*/ 3182692 w 3182692"/>
              <a:gd name="connsiteY5" fmla="*/ 0 h 13716"/>
              <a:gd name="connsiteX6" fmla="*/ 3182692 w 3182692"/>
              <a:gd name="connsiteY6" fmla="*/ 13716 h 13716"/>
              <a:gd name="connsiteX7" fmla="*/ 2609807 w 3182692"/>
              <a:gd name="connsiteY7" fmla="*/ 13716 h 13716"/>
              <a:gd name="connsiteX8" fmla="*/ 2068750 w 3182692"/>
              <a:gd name="connsiteY8" fmla="*/ 13716 h 13716"/>
              <a:gd name="connsiteX9" fmla="*/ 1432211 w 3182692"/>
              <a:gd name="connsiteY9" fmla="*/ 13716 h 13716"/>
              <a:gd name="connsiteX10" fmla="*/ 859327 w 3182692"/>
              <a:gd name="connsiteY10" fmla="*/ 13716 h 13716"/>
              <a:gd name="connsiteX11" fmla="*/ 0 w 3182692"/>
              <a:gd name="connsiteY11" fmla="*/ 13716 h 13716"/>
              <a:gd name="connsiteX12" fmla="*/ 0 w 3182692"/>
              <a:gd name="connsiteY12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3716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2906" y="4075"/>
                  <a:pt x="3183008" y="9784"/>
                  <a:pt x="3182692" y="13716"/>
                </a:cubicBezTo>
                <a:cubicBezTo>
                  <a:pt x="2947402" y="17868"/>
                  <a:pt x="2876226" y="22619"/>
                  <a:pt x="2609807" y="13716"/>
                </a:cubicBezTo>
                <a:cubicBezTo>
                  <a:pt x="2343389" y="4813"/>
                  <a:pt x="2326689" y="21007"/>
                  <a:pt x="2068750" y="13716"/>
                </a:cubicBezTo>
                <a:cubicBezTo>
                  <a:pt x="1810811" y="6425"/>
                  <a:pt x="1713836" y="43647"/>
                  <a:pt x="1432211" y="13716"/>
                </a:cubicBezTo>
                <a:cubicBezTo>
                  <a:pt x="1150586" y="-16215"/>
                  <a:pt x="982765" y="-825"/>
                  <a:pt x="859327" y="13716"/>
                </a:cubicBezTo>
                <a:cubicBezTo>
                  <a:pt x="735889" y="28257"/>
                  <a:pt x="254183" y="30659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182692" h="13716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2126" y="5320"/>
                  <a:pt x="3182368" y="9001"/>
                  <a:pt x="3182692" y="13716"/>
                </a:cubicBezTo>
                <a:cubicBezTo>
                  <a:pt x="3026065" y="-15421"/>
                  <a:pt x="2775006" y="18495"/>
                  <a:pt x="2546154" y="13716"/>
                </a:cubicBezTo>
                <a:cubicBezTo>
                  <a:pt x="2317302" y="8937"/>
                  <a:pt x="2168173" y="-13085"/>
                  <a:pt x="1845961" y="13716"/>
                </a:cubicBezTo>
                <a:cubicBezTo>
                  <a:pt x="1523749" y="40517"/>
                  <a:pt x="1450078" y="-5416"/>
                  <a:pt x="1304904" y="13716"/>
                </a:cubicBezTo>
                <a:cubicBezTo>
                  <a:pt x="1159730" y="32848"/>
                  <a:pt x="942635" y="-14593"/>
                  <a:pt x="604711" y="13716"/>
                </a:cubicBezTo>
                <a:cubicBezTo>
                  <a:pt x="266787" y="42025"/>
                  <a:pt x="141927" y="-12967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On-screen Show (16:9)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Ping Pong Game Project </vt:lpstr>
      <vt:lpstr>Ping Pong Game Project Overview</vt:lpstr>
      <vt:lpstr>Introduction</vt:lpstr>
      <vt:lpstr>Project Goals</vt:lpstr>
      <vt:lpstr>Tools Used</vt:lpstr>
      <vt:lpstr>Game Overview</vt:lpstr>
      <vt:lpstr>Interface Design</vt:lpstr>
      <vt:lpstr>Ball and Paddle Movement</vt:lpstr>
      <vt:lpstr>Scoring System</vt:lpstr>
      <vt:lpstr>Code Overview</vt:lpstr>
      <vt:lpstr>Challenges Faced</vt:lpstr>
      <vt:lpstr>Future Improvements</vt:lpstr>
      <vt:lpstr>Educational Value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deyaa</dc:creator>
  <cp:keywords/>
  <dc:description>generated using python-pptx</dc:description>
  <cp:lastModifiedBy>احمد ضياء احمد يسرى محمد</cp:lastModifiedBy>
  <cp:revision>401</cp:revision>
  <dcterms:created xsi:type="dcterms:W3CDTF">2013-01-27T09:14:16Z</dcterms:created>
  <dcterms:modified xsi:type="dcterms:W3CDTF">2025-05-20T16:47:27Z</dcterms:modified>
  <cp:category/>
</cp:coreProperties>
</file>